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media/image16.svg" ContentType="image/svg+xml"/>
  <Override PartName="/ppt/media/image17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55.svg" ContentType="image/svg+xml"/>
  <Override PartName="/ppt/media/image57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8" r:id="rId17"/>
    <p:sldId id="267" r:id="rId18"/>
    <p:sldId id="280" r:id="rId19"/>
    <p:sldId id="269" r:id="rId20"/>
    <p:sldId id="270" r:id="rId21"/>
    <p:sldId id="279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custDataLst>
    <p:tags r:id="rId3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65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本页由《合作伙伴产品矩阵_一页版.pptx》内容重构，并匹配《公司介绍PPT.pptx》的蓝青色视觉体系。</a:t>
            </a:r>
          </a:p>
          <a:p>
            <a:r>
              <a:t>安全赛道：安博通、国密蓝盾、和人广智、奇安信、棱镜七彩。</a:t>
            </a:r>
          </a:p>
          <a:p>
            <a:r>
              <a:t>办公赛道：福昕、广东迅维。</a:t>
            </a:r>
          </a:p>
          <a:p>
            <a:r>
              <a:t>金融赛道：中国软件评测中心。</a:t>
            </a:r>
          </a:p>
          <a:p>
            <a:r>
              <a:t>AI赛道：广州傲程、中国信息协会、赛迪，以及一份未标注机构的智能体培训课程。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/>
      <p:sp>
        <p:nvSpPr>
          <p:cNvPr id="170" name="矩形: 圆角 16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74000"/>
                  <a:lumOff val="26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矩形 175"/>
          <p:cNvSpPr>
            <a:spLocks noGrp="1"/>
          </p:cNvSpPr>
          <p:nvPr/>
        </p:nvSpPr>
        <p:spPr>
          <a:xfrm flipH="1">
            <a:off x="635" y="1270"/>
            <a:ext cx="1880235" cy="3109595"/>
          </a:xfrm>
          <a:prstGeom prst="rect">
            <a:avLst/>
          </a:prstGeom>
          <a:gradFill>
            <a:gsLst>
              <a:gs pos="0">
                <a:schemeClr val="accent1">
                  <a:lumMod val="88000"/>
                  <a:lumOff val="12000"/>
                </a:schemeClr>
              </a:gs>
              <a:gs pos="100000">
                <a:schemeClr val="accent1">
                  <a:lumMod val="80000"/>
                  <a:lumOff val="20000"/>
                  <a:alpha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矩形 176"/>
          <p:cNvSpPr>
            <a:spLocks noGrp="1"/>
          </p:cNvSpPr>
          <p:nvPr/>
        </p:nvSpPr>
        <p:spPr>
          <a:xfrm flipH="1">
            <a:off x="0" y="1702435"/>
            <a:ext cx="1255395" cy="4222115"/>
          </a:xfrm>
          <a:prstGeom prst="rect">
            <a:avLst/>
          </a:prstGeom>
          <a:gradFill>
            <a:gsLst>
              <a:gs pos="0">
                <a:schemeClr val="accent1">
                  <a:lumMod val="71000"/>
                  <a:lumOff val="29000"/>
                  <a:alpha val="71000"/>
                </a:schemeClr>
              </a:gs>
              <a:gs pos="100000">
                <a:schemeClr val="accent1">
                  <a:lumMod val="50000"/>
                  <a:lumOff val="50000"/>
                  <a:alpha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" name="矩形 171"/>
          <p:cNvSpPr>
            <a:spLocks noGrp="1"/>
          </p:cNvSpPr>
          <p:nvPr/>
        </p:nvSpPr>
        <p:spPr>
          <a:xfrm>
            <a:off x="10302240" y="635"/>
            <a:ext cx="1881505" cy="3109595"/>
          </a:xfrm>
          <a:prstGeom prst="rect">
            <a:avLst/>
          </a:prstGeom>
          <a:gradFill>
            <a:gsLst>
              <a:gs pos="0">
                <a:schemeClr val="accent1">
                  <a:lumMod val="88000"/>
                  <a:lumOff val="12000"/>
                </a:schemeClr>
              </a:gs>
              <a:gs pos="100000">
                <a:schemeClr val="accent1">
                  <a:lumMod val="80000"/>
                  <a:lumOff val="20000"/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" name="矩形 172"/>
          <p:cNvSpPr>
            <a:spLocks noGrp="1"/>
          </p:cNvSpPr>
          <p:nvPr/>
        </p:nvSpPr>
        <p:spPr>
          <a:xfrm>
            <a:off x="10936605" y="1701800"/>
            <a:ext cx="1255395" cy="4222115"/>
          </a:xfrm>
          <a:prstGeom prst="rect">
            <a:avLst/>
          </a:prstGeom>
          <a:gradFill>
            <a:gsLst>
              <a:gs pos="0">
                <a:schemeClr val="accent1">
                  <a:lumMod val="59000"/>
                  <a:lumOff val="41000"/>
                  <a:alpha val="48000"/>
                </a:schemeClr>
              </a:gs>
              <a:gs pos="100000">
                <a:schemeClr val="accent1">
                  <a:lumMod val="63000"/>
                  <a:lumOff val="37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" name="任意多边形: 形状 192"/>
          <p:cNvSpPr>
            <a:spLocks noGrp="1"/>
          </p:cNvSpPr>
          <p:nvPr/>
        </p:nvSpPr>
        <p:spPr>
          <a:xfrm>
            <a:off x="2048694" y="1582303"/>
            <a:ext cx="1462682" cy="182425"/>
          </a:xfrm>
          <a:custGeom>
            <a:avLst/>
            <a:gdLst>
              <a:gd name="connsiteX0" fmla="*/ 5127096 w 5230266"/>
              <a:gd name="connsiteY0" fmla="*/ 1244565 h 1450905"/>
              <a:gd name="connsiteX1" fmla="*/ 5023926 w 5230266"/>
              <a:gd name="connsiteY1" fmla="*/ 1347735 h 1450905"/>
              <a:gd name="connsiteX2" fmla="*/ 5127096 w 5230266"/>
              <a:gd name="connsiteY2" fmla="*/ 1450905 h 1450905"/>
              <a:gd name="connsiteX3" fmla="*/ 5230266 w 5230266"/>
              <a:gd name="connsiteY3" fmla="*/ 1347735 h 1450905"/>
              <a:gd name="connsiteX4" fmla="*/ 5127096 w 5230266"/>
              <a:gd name="connsiteY4" fmla="*/ 1244565 h 1450905"/>
              <a:gd name="connsiteX5" fmla="*/ 4568882 w 5230266"/>
              <a:gd name="connsiteY5" fmla="*/ 1239378 h 1450905"/>
              <a:gd name="connsiteX6" fmla="*/ 4465712 w 5230266"/>
              <a:gd name="connsiteY6" fmla="*/ 1342548 h 1450905"/>
              <a:gd name="connsiteX7" fmla="*/ 4568882 w 5230266"/>
              <a:gd name="connsiteY7" fmla="*/ 1445718 h 1450905"/>
              <a:gd name="connsiteX8" fmla="*/ 4672052 w 5230266"/>
              <a:gd name="connsiteY8" fmla="*/ 1342548 h 1450905"/>
              <a:gd name="connsiteX9" fmla="*/ 4568882 w 5230266"/>
              <a:gd name="connsiteY9" fmla="*/ 1239378 h 1450905"/>
              <a:gd name="connsiteX10" fmla="*/ 4010668 w 5230266"/>
              <a:gd name="connsiteY10" fmla="*/ 1234191 h 1450905"/>
              <a:gd name="connsiteX11" fmla="*/ 3907498 w 5230266"/>
              <a:gd name="connsiteY11" fmla="*/ 1337361 h 1450905"/>
              <a:gd name="connsiteX12" fmla="*/ 4010668 w 5230266"/>
              <a:gd name="connsiteY12" fmla="*/ 1440531 h 1450905"/>
              <a:gd name="connsiteX13" fmla="*/ 4113838 w 5230266"/>
              <a:gd name="connsiteY13" fmla="*/ 1337361 h 1450905"/>
              <a:gd name="connsiteX14" fmla="*/ 4010668 w 5230266"/>
              <a:gd name="connsiteY14" fmla="*/ 1234191 h 1450905"/>
              <a:gd name="connsiteX15" fmla="*/ 3452454 w 5230266"/>
              <a:gd name="connsiteY15" fmla="*/ 1229004 h 1450905"/>
              <a:gd name="connsiteX16" fmla="*/ 3349284 w 5230266"/>
              <a:gd name="connsiteY16" fmla="*/ 1332174 h 1450905"/>
              <a:gd name="connsiteX17" fmla="*/ 3452454 w 5230266"/>
              <a:gd name="connsiteY17" fmla="*/ 1435344 h 1450905"/>
              <a:gd name="connsiteX18" fmla="*/ 3555624 w 5230266"/>
              <a:gd name="connsiteY18" fmla="*/ 1332174 h 1450905"/>
              <a:gd name="connsiteX19" fmla="*/ 3452454 w 5230266"/>
              <a:gd name="connsiteY19" fmla="*/ 1229004 h 1450905"/>
              <a:gd name="connsiteX20" fmla="*/ 2894240 w 5230266"/>
              <a:gd name="connsiteY20" fmla="*/ 1223817 h 1450905"/>
              <a:gd name="connsiteX21" fmla="*/ 2791070 w 5230266"/>
              <a:gd name="connsiteY21" fmla="*/ 1326987 h 1450905"/>
              <a:gd name="connsiteX22" fmla="*/ 2894240 w 5230266"/>
              <a:gd name="connsiteY22" fmla="*/ 1430157 h 1450905"/>
              <a:gd name="connsiteX23" fmla="*/ 2997410 w 5230266"/>
              <a:gd name="connsiteY23" fmla="*/ 1326987 h 1450905"/>
              <a:gd name="connsiteX24" fmla="*/ 2894240 w 5230266"/>
              <a:gd name="connsiteY24" fmla="*/ 1223817 h 1450905"/>
              <a:gd name="connsiteX25" fmla="*/ 2336026 w 5230266"/>
              <a:gd name="connsiteY25" fmla="*/ 1218630 h 1450905"/>
              <a:gd name="connsiteX26" fmla="*/ 2232856 w 5230266"/>
              <a:gd name="connsiteY26" fmla="*/ 1321800 h 1450905"/>
              <a:gd name="connsiteX27" fmla="*/ 2336026 w 5230266"/>
              <a:gd name="connsiteY27" fmla="*/ 1424970 h 1450905"/>
              <a:gd name="connsiteX28" fmla="*/ 2439196 w 5230266"/>
              <a:gd name="connsiteY28" fmla="*/ 1321800 h 1450905"/>
              <a:gd name="connsiteX29" fmla="*/ 2336026 w 5230266"/>
              <a:gd name="connsiteY29" fmla="*/ 1218630 h 1450905"/>
              <a:gd name="connsiteX30" fmla="*/ 1777812 w 5230266"/>
              <a:gd name="connsiteY30" fmla="*/ 1213443 h 1450905"/>
              <a:gd name="connsiteX31" fmla="*/ 1674642 w 5230266"/>
              <a:gd name="connsiteY31" fmla="*/ 1316613 h 1450905"/>
              <a:gd name="connsiteX32" fmla="*/ 1777812 w 5230266"/>
              <a:gd name="connsiteY32" fmla="*/ 1419783 h 1450905"/>
              <a:gd name="connsiteX33" fmla="*/ 1880982 w 5230266"/>
              <a:gd name="connsiteY33" fmla="*/ 1316613 h 1450905"/>
              <a:gd name="connsiteX34" fmla="*/ 1777812 w 5230266"/>
              <a:gd name="connsiteY34" fmla="*/ 1213443 h 1450905"/>
              <a:gd name="connsiteX35" fmla="*/ 1219598 w 5230266"/>
              <a:gd name="connsiteY35" fmla="*/ 1208256 h 1450905"/>
              <a:gd name="connsiteX36" fmla="*/ 1116428 w 5230266"/>
              <a:gd name="connsiteY36" fmla="*/ 1311426 h 1450905"/>
              <a:gd name="connsiteX37" fmla="*/ 1219598 w 5230266"/>
              <a:gd name="connsiteY37" fmla="*/ 1414596 h 1450905"/>
              <a:gd name="connsiteX38" fmla="*/ 1322768 w 5230266"/>
              <a:gd name="connsiteY38" fmla="*/ 1311426 h 1450905"/>
              <a:gd name="connsiteX39" fmla="*/ 1219598 w 5230266"/>
              <a:gd name="connsiteY39" fmla="*/ 1208256 h 1450905"/>
              <a:gd name="connsiteX40" fmla="*/ 661384 w 5230266"/>
              <a:gd name="connsiteY40" fmla="*/ 1203069 h 1450905"/>
              <a:gd name="connsiteX41" fmla="*/ 558214 w 5230266"/>
              <a:gd name="connsiteY41" fmla="*/ 1306239 h 1450905"/>
              <a:gd name="connsiteX42" fmla="*/ 661384 w 5230266"/>
              <a:gd name="connsiteY42" fmla="*/ 1409409 h 1450905"/>
              <a:gd name="connsiteX43" fmla="*/ 764554 w 5230266"/>
              <a:gd name="connsiteY43" fmla="*/ 1306239 h 1450905"/>
              <a:gd name="connsiteX44" fmla="*/ 661384 w 5230266"/>
              <a:gd name="connsiteY44" fmla="*/ 1203069 h 1450905"/>
              <a:gd name="connsiteX45" fmla="*/ 103170 w 5230266"/>
              <a:gd name="connsiteY45" fmla="*/ 1197882 h 1450905"/>
              <a:gd name="connsiteX46" fmla="*/ 0 w 5230266"/>
              <a:gd name="connsiteY46" fmla="*/ 1301052 h 1450905"/>
              <a:gd name="connsiteX47" fmla="*/ 103170 w 5230266"/>
              <a:gd name="connsiteY47" fmla="*/ 1404222 h 1450905"/>
              <a:gd name="connsiteX48" fmla="*/ 206340 w 5230266"/>
              <a:gd name="connsiteY48" fmla="*/ 1301052 h 1450905"/>
              <a:gd name="connsiteX49" fmla="*/ 103170 w 5230266"/>
              <a:gd name="connsiteY49" fmla="*/ 1197882 h 1450905"/>
              <a:gd name="connsiteX50" fmla="*/ 5127096 w 5230266"/>
              <a:gd name="connsiteY50" fmla="*/ 845271 h 1450905"/>
              <a:gd name="connsiteX51" fmla="*/ 5023926 w 5230266"/>
              <a:gd name="connsiteY51" fmla="*/ 948441 h 1450905"/>
              <a:gd name="connsiteX52" fmla="*/ 5127096 w 5230266"/>
              <a:gd name="connsiteY52" fmla="*/ 1051611 h 1450905"/>
              <a:gd name="connsiteX53" fmla="*/ 5230266 w 5230266"/>
              <a:gd name="connsiteY53" fmla="*/ 948441 h 1450905"/>
              <a:gd name="connsiteX54" fmla="*/ 5127096 w 5230266"/>
              <a:gd name="connsiteY54" fmla="*/ 845271 h 1450905"/>
              <a:gd name="connsiteX55" fmla="*/ 4568882 w 5230266"/>
              <a:gd name="connsiteY55" fmla="*/ 840084 h 1450905"/>
              <a:gd name="connsiteX56" fmla="*/ 4465712 w 5230266"/>
              <a:gd name="connsiteY56" fmla="*/ 943254 h 1450905"/>
              <a:gd name="connsiteX57" fmla="*/ 4568882 w 5230266"/>
              <a:gd name="connsiteY57" fmla="*/ 1046424 h 1450905"/>
              <a:gd name="connsiteX58" fmla="*/ 4672052 w 5230266"/>
              <a:gd name="connsiteY58" fmla="*/ 943254 h 1450905"/>
              <a:gd name="connsiteX59" fmla="*/ 4568882 w 5230266"/>
              <a:gd name="connsiteY59" fmla="*/ 840084 h 1450905"/>
              <a:gd name="connsiteX60" fmla="*/ 4010668 w 5230266"/>
              <a:gd name="connsiteY60" fmla="*/ 834897 h 1450905"/>
              <a:gd name="connsiteX61" fmla="*/ 3907498 w 5230266"/>
              <a:gd name="connsiteY61" fmla="*/ 938067 h 1450905"/>
              <a:gd name="connsiteX62" fmla="*/ 4010668 w 5230266"/>
              <a:gd name="connsiteY62" fmla="*/ 1041237 h 1450905"/>
              <a:gd name="connsiteX63" fmla="*/ 4113838 w 5230266"/>
              <a:gd name="connsiteY63" fmla="*/ 938067 h 1450905"/>
              <a:gd name="connsiteX64" fmla="*/ 4010668 w 5230266"/>
              <a:gd name="connsiteY64" fmla="*/ 834897 h 1450905"/>
              <a:gd name="connsiteX65" fmla="*/ 3452454 w 5230266"/>
              <a:gd name="connsiteY65" fmla="*/ 829710 h 1450905"/>
              <a:gd name="connsiteX66" fmla="*/ 3349284 w 5230266"/>
              <a:gd name="connsiteY66" fmla="*/ 932880 h 1450905"/>
              <a:gd name="connsiteX67" fmla="*/ 3452454 w 5230266"/>
              <a:gd name="connsiteY67" fmla="*/ 1036050 h 1450905"/>
              <a:gd name="connsiteX68" fmla="*/ 3555624 w 5230266"/>
              <a:gd name="connsiteY68" fmla="*/ 932880 h 1450905"/>
              <a:gd name="connsiteX69" fmla="*/ 3452454 w 5230266"/>
              <a:gd name="connsiteY69" fmla="*/ 829710 h 1450905"/>
              <a:gd name="connsiteX70" fmla="*/ 2894240 w 5230266"/>
              <a:gd name="connsiteY70" fmla="*/ 824523 h 1450905"/>
              <a:gd name="connsiteX71" fmla="*/ 2791070 w 5230266"/>
              <a:gd name="connsiteY71" fmla="*/ 927693 h 1450905"/>
              <a:gd name="connsiteX72" fmla="*/ 2894240 w 5230266"/>
              <a:gd name="connsiteY72" fmla="*/ 1030863 h 1450905"/>
              <a:gd name="connsiteX73" fmla="*/ 2997410 w 5230266"/>
              <a:gd name="connsiteY73" fmla="*/ 927693 h 1450905"/>
              <a:gd name="connsiteX74" fmla="*/ 2894240 w 5230266"/>
              <a:gd name="connsiteY74" fmla="*/ 824523 h 1450905"/>
              <a:gd name="connsiteX75" fmla="*/ 2336026 w 5230266"/>
              <a:gd name="connsiteY75" fmla="*/ 819336 h 1450905"/>
              <a:gd name="connsiteX76" fmla="*/ 2232856 w 5230266"/>
              <a:gd name="connsiteY76" fmla="*/ 922506 h 1450905"/>
              <a:gd name="connsiteX77" fmla="*/ 2336026 w 5230266"/>
              <a:gd name="connsiteY77" fmla="*/ 1025676 h 1450905"/>
              <a:gd name="connsiteX78" fmla="*/ 2439196 w 5230266"/>
              <a:gd name="connsiteY78" fmla="*/ 922506 h 1450905"/>
              <a:gd name="connsiteX79" fmla="*/ 2336026 w 5230266"/>
              <a:gd name="connsiteY79" fmla="*/ 819336 h 1450905"/>
              <a:gd name="connsiteX80" fmla="*/ 1777812 w 5230266"/>
              <a:gd name="connsiteY80" fmla="*/ 814149 h 1450905"/>
              <a:gd name="connsiteX81" fmla="*/ 1674642 w 5230266"/>
              <a:gd name="connsiteY81" fmla="*/ 917319 h 1450905"/>
              <a:gd name="connsiteX82" fmla="*/ 1777812 w 5230266"/>
              <a:gd name="connsiteY82" fmla="*/ 1020489 h 1450905"/>
              <a:gd name="connsiteX83" fmla="*/ 1880982 w 5230266"/>
              <a:gd name="connsiteY83" fmla="*/ 917319 h 1450905"/>
              <a:gd name="connsiteX84" fmla="*/ 1777812 w 5230266"/>
              <a:gd name="connsiteY84" fmla="*/ 814149 h 1450905"/>
              <a:gd name="connsiteX85" fmla="*/ 1219598 w 5230266"/>
              <a:gd name="connsiteY85" fmla="*/ 808962 h 1450905"/>
              <a:gd name="connsiteX86" fmla="*/ 1116428 w 5230266"/>
              <a:gd name="connsiteY86" fmla="*/ 912132 h 1450905"/>
              <a:gd name="connsiteX87" fmla="*/ 1219598 w 5230266"/>
              <a:gd name="connsiteY87" fmla="*/ 1015302 h 1450905"/>
              <a:gd name="connsiteX88" fmla="*/ 1322768 w 5230266"/>
              <a:gd name="connsiteY88" fmla="*/ 912132 h 1450905"/>
              <a:gd name="connsiteX89" fmla="*/ 1219598 w 5230266"/>
              <a:gd name="connsiteY89" fmla="*/ 808962 h 1450905"/>
              <a:gd name="connsiteX90" fmla="*/ 661384 w 5230266"/>
              <a:gd name="connsiteY90" fmla="*/ 803775 h 1450905"/>
              <a:gd name="connsiteX91" fmla="*/ 558214 w 5230266"/>
              <a:gd name="connsiteY91" fmla="*/ 906945 h 1450905"/>
              <a:gd name="connsiteX92" fmla="*/ 661384 w 5230266"/>
              <a:gd name="connsiteY92" fmla="*/ 1010115 h 1450905"/>
              <a:gd name="connsiteX93" fmla="*/ 764554 w 5230266"/>
              <a:gd name="connsiteY93" fmla="*/ 906945 h 1450905"/>
              <a:gd name="connsiteX94" fmla="*/ 661384 w 5230266"/>
              <a:gd name="connsiteY94" fmla="*/ 803775 h 1450905"/>
              <a:gd name="connsiteX95" fmla="*/ 103170 w 5230266"/>
              <a:gd name="connsiteY95" fmla="*/ 798588 h 1450905"/>
              <a:gd name="connsiteX96" fmla="*/ 0 w 5230266"/>
              <a:gd name="connsiteY96" fmla="*/ 901758 h 1450905"/>
              <a:gd name="connsiteX97" fmla="*/ 103170 w 5230266"/>
              <a:gd name="connsiteY97" fmla="*/ 1004928 h 1450905"/>
              <a:gd name="connsiteX98" fmla="*/ 206340 w 5230266"/>
              <a:gd name="connsiteY98" fmla="*/ 901758 h 1450905"/>
              <a:gd name="connsiteX99" fmla="*/ 103170 w 5230266"/>
              <a:gd name="connsiteY99" fmla="*/ 798588 h 1450905"/>
              <a:gd name="connsiteX100" fmla="*/ 5127096 w 5230266"/>
              <a:gd name="connsiteY100" fmla="*/ 445977 h 1450905"/>
              <a:gd name="connsiteX101" fmla="*/ 5023926 w 5230266"/>
              <a:gd name="connsiteY101" fmla="*/ 549147 h 1450905"/>
              <a:gd name="connsiteX102" fmla="*/ 5127096 w 5230266"/>
              <a:gd name="connsiteY102" fmla="*/ 652317 h 1450905"/>
              <a:gd name="connsiteX103" fmla="*/ 5230266 w 5230266"/>
              <a:gd name="connsiteY103" fmla="*/ 549147 h 1450905"/>
              <a:gd name="connsiteX104" fmla="*/ 5127096 w 5230266"/>
              <a:gd name="connsiteY104" fmla="*/ 445977 h 1450905"/>
              <a:gd name="connsiteX105" fmla="*/ 4568882 w 5230266"/>
              <a:gd name="connsiteY105" fmla="*/ 440790 h 1450905"/>
              <a:gd name="connsiteX106" fmla="*/ 4465712 w 5230266"/>
              <a:gd name="connsiteY106" fmla="*/ 543960 h 1450905"/>
              <a:gd name="connsiteX107" fmla="*/ 4568882 w 5230266"/>
              <a:gd name="connsiteY107" fmla="*/ 647130 h 1450905"/>
              <a:gd name="connsiteX108" fmla="*/ 4672052 w 5230266"/>
              <a:gd name="connsiteY108" fmla="*/ 543960 h 1450905"/>
              <a:gd name="connsiteX109" fmla="*/ 4568882 w 5230266"/>
              <a:gd name="connsiteY109" fmla="*/ 440790 h 1450905"/>
              <a:gd name="connsiteX110" fmla="*/ 4010668 w 5230266"/>
              <a:gd name="connsiteY110" fmla="*/ 435603 h 1450905"/>
              <a:gd name="connsiteX111" fmla="*/ 3907498 w 5230266"/>
              <a:gd name="connsiteY111" fmla="*/ 538773 h 1450905"/>
              <a:gd name="connsiteX112" fmla="*/ 4010668 w 5230266"/>
              <a:gd name="connsiteY112" fmla="*/ 641943 h 1450905"/>
              <a:gd name="connsiteX113" fmla="*/ 4113838 w 5230266"/>
              <a:gd name="connsiteY113" fmla="*/ 538773 h 1450905"/>
              <a:gd name="connsiteX114" fmla="*/ 4010668 w 5230266"/>
              <a:gd name="connsiteY114" fmla="*/ 435603 h 1450905"/>
              <a:gd name="connsiteX115" fmla="*/ 3452454 w 5230266"/>
              <a:gd name="connsiteY115" fmla="*/ 430416 h 1450905"/>
              <a:gd name="connsiteX116" fmla="*/ 3349284 w 5230266"/>
              <a:gd name="connsiteY116" fmla="*/ 533586 h 1450905"/>
              <a:gd name="connsiteX117" fmla="*/ 3452454 w 5230266"/>
              <a:gd name="connsiteY117" fmla="*/ 636756 h 1450905"/>
              <a:gd name="connsiteX118" fmla="*/ 3555624 w 5230266"/>
              <a:gd name="connsiteY118" fmla="*/ 533586 h 1450905"/>
              <a:gd name="connsiteX119" fmla="*/ 3452454 w 5230266"/>
              <a:gd name="connsiteY119" fmla="*/ 430416 h 1450905"/>
              <a:gd name="connsiteX120" fmla="*/ 2894240 w 5230266"/>
              <a:gd name="connsiteY120" fmla="*/ 425229 h 1450905"/>
              <a:gd name="connsiteX121" fmla="*/ 2791070 w 5230266"/>
              <a:gd name="connsiteY121" fmla="*/ 528399 h 1450905"/>
              <a:gd name="connsiteX122" fmla="*/ 2894240 w 5230266"/>
              <a:gd name="connsiteY122" fmla="*/ 631569 h 1450905"/>
              <a:gd name="connsiteX123" fmla="*/ 2997410 w 5230266"/>
              <a:gd name="connsiteY123" fmla="*/ 528399 h 1450905"/>
              <a:gd name="connsiteX124" fmla="*/ 2894240 w 5230266"/>
              <a:gd name="connsiteY124" fmla="*/ 425229 h 1450905"/>
              <a:gd name="connsiteX125" fmla="*/ 2336026 w 5230266"/>
              <a:gd name="connsiteY125" fmla="*/ 420042 h 1450905"/>
              <a:gd name="connsiteX126" fmla="*/ 2232856 w 5230266"/>
              <a:gd name="connsiteY126" fmla="*/ 523212 h 1450905"/>
              <a:gd name="connsiteX127" fmla="*/ 2336026 w 5230266"/>
              <a:gd name="connsiteY127" fmla="*/ 626382 h 1450905"/>
              <a:gd name="connsiteX128" fmla="*/ 2439196 w 5230266"/>
              <a:gd name="connsiteY128" fmla="*/ 523212 h 1450905"/>
              <a:gd name="connsiteX129" fmla="*/ 2336026 w 5230266"/>
              <a:gd name="connsiteY129" fmla="*/ 420042 h 1450905"/>
              <a:gd name="connsiteX130" fmla="*/ 1777812 w 5230266"/>
              <a:gd name="connsiteY130" fmla="*/ 414855 h 1450905"/>
              <a:gd name="connsiteX131" fmla="*/ 1674642 w 5230266"/>
              <a:gd name="connsiteY131" fmla="*/ 518025 h 1450905"/>
              <a:gd name="connsiteX132" fmla="*/ 1777812 w 5230266"/>
              <a:gd name="connsiteY132" fmla="*/ 621195 h 1450905"/>
              <a:gd name="connsiteX133" fmla="*/ 1880982 w 5230266"/>
              <a:gd name="connsiteY133" fmla="*/ 518025 h 1450905"/>
              <a:gd name="connsiteX134" fmla="*/ 1777812 w 5230266"/>
              <a:gd name="connsiteY134" fmla="*/ 414855 h 1450905"/>
              <a:gd name="connsiteX135" fmla="*/ 1219598 w 5230266"/>
              <a:gd name="connsiteY135" fmla="*/ 409668 h 1450905"/>
              <a:gd name="connsiteX136" fmla="*/ 1116428 w 5230266"/>
              <a:gd name="connsiteY136" fmla="*/ 512838 h 1450905"/>
              <a:gd name="connsiteX137" fmla="*/ 1219598 w 5230266"/>
              <a:gd name="connsiteY137" fmla="*/ 616008 h 1450905"/>
              <a:gd name="connsiteX138" fmla="*/ 1322768 w 5230266"/>
              <a:gd name="connsiteY138" fmla="*/ 512838 h 1450905"/>
              <a:gd name="connsiteX139" fmla="*/ 1219598 w 5230266"/>
              <a:gd name="connsiteY139" fmla="*/ 409668 h 1450905"/>
              <a:gd name="connsiteX140" fmla="*/ 661384 w 5230266"/>
              <a:gd name="connsiteY140" fmla="*/ 404481 h 1450905"/>
              <a:gd name="connsiteX141" fmla="*/ 558214 w 5230266"/>
              <a:gd name="connsiteY141" fmla="*/ 507651 h 1450905"/>
              <a:gd name="connsiteX142" fmla="*/ 661384 w 5230266"/>
              <a:gd name="connsiteY142" fmla="*/ 610821 h 1450905"/>
              <a:gd name="connsiteX143" fmla="*/ 764554 w 5230266"/>
              <a:gd name="connsiteY143" fmla="*/ 507651 h 1450905"/>
              <a:gd name="connsiteX144" fmla="*/ 661384 w 5230266"/>
              <a:gd name="connsiteY144" fmla="*/ 404481 h 1450905"/>
              <a:gd name="connsiteX145" fmla="*/ 103170 w 5230266"/>
              <a:gd name="connsiteY145" fmla="*/ 399294 h 1450905"/>
              <a:gd name="connsiteX146" fmla="*/ 0 w 5230266"/>
              <a:gd name="connsiteY146" fmla="*/ 502464 h 1450905"/>
              <a:gd name="connsiteX147" fmla="*/ 103170 w 5230266"/>
              <a:gd name="connsiteY147" fmla="*/ 605634 h 1450905"/>
              <a:gd name="connsiteX148" fmla="*/ 206340 w 5230266"/>
              <a:gd name="connsiteY148" fmla="*/ 502464 h 1450905"/>
              <a:gd name="connsiteX149" fmla="*/ 103170 w 5230266"/>
              <a:gd name="connsiteY149" fmla="*/ 399294 h 1450905"/>
              <a:gd name="connsiteX150" fmla="*/ 5127096 w 5230266"/>
              <a:gd name="connsiteY150" fmla="*/ 46683 h 1450905"/>
              <a:gd name="connsiteX151" fmla="*/ 5023926 w 5230266"/>
              <a:gd name="connsiteY151" fmla="*/ 149853 h 1450905"/>
              <a:gd name="connsiteX152" fmla="*/ 5127096 w 5230266"/>
              <a:gd name="connsiteY152" fmla="*/ 253023 h 1450905"/>
              <a:gd name="connsiteX153" fmla="*/ 5230266 w 5230266"/>
              <a:gd name="connsiteY153" fmla="*/ 149853 h 1450905"/>
              <a:gd name="connsiteX154" fmla="*/ 5127096 w 5230266"/>
              <a:gd name="connsiteY154" fmla="*/ 46683 h 1450905"/>
              <a:gd name="connsiteX155" fmla="*/ 4568882 w 5230266"/>
              <a:gd name="connsiteY155" fmla="*/ 41496 h 1450905"/>
              <a:gd name="connsiteX156" fmla="*/ 4465712 w 5230266"/>
              <a:gd name="connsiteY156" fmla="*/ 144666 h 1450905"/>
              <a:gd name="connsiteX157" fmla="*/ 4568882 w 5230266"/>
              <a:gd name="connsiteY157" fmla="*/ 247836 h 1450905"/>
              <a:gd name="connsiteX158" fmla="*/ 4672052 w 5230266"/>
              <a:gd name="connsiteY158" fmla="*/ 144666 h 1450905"/>
              <a:gd name="connsiteX159" fmla="*/ 4568882 w 5230266"/>
              <a:gd name="connsiteY159" fmla="*/ 41496 h 1450905"/>
              <a:gd name="connsiteX160" fmla="*/ 4010668 w 5230266"/>
              <a:gd name="connsiteY160" fmla="*/ 36309 h 1450905"/>
              <a:gd name="connsiteX161" fmla="*/ 3907498 w 5230266"/>
              <a:gd name="connsiteY161" fmla="*/ 139479 h 1450905"/>
              <a:gd name="connsiteX162" fmla="*/ 4010668 w 5230266"/>
              <a:gd name="connsiteY162" fmla="*/ 242649 h 1450905"/>
              <a:gd name="connsiteX163" fmla="*/ 4113838 w 5230266"/>
              <a:gd name="connsiteY163" fmla="*/ 139479 h 1450905"/>
              <a:gd name="connsiteX164" fmla="*/ 4010668 w 5230266"/>
              <a:gd name="connsiteY164" fmla="*/ 36309 h 1450905"/>
              <a:gd name="connsiteX165" fmla="*/ 3452454 w 5230266"/>
              <a:gd name="connsiteY165" fmla="*/ 31122 h 1450905"/>
              <a:gd name="connsiteX166" fmla="*/ 3349284 w 5230266"/>
              <a:gd name="connsiteY166" fmla="*/ 134292 h 1450905"/>
              <a:gd name="connsiteX167" fmla="*/ 3452454 w 5230266"/>
              <a:gd name="connsiteY167" fmla="*/ 237462 h 1450905"/>
              <a:gd name="connsiteX168" fmla="*/ 3555624 w 5230266"/>
              <a:gd name="connsiteY168" fmla="*/ 134292 h 1450905"/>
              <a:gd name="connsiteX169" fmla="*/ 3452454 w 5230266"/>
              <a:gd name="connsiteY169" fmla="*/ 31122 h 1450905"/>
              <a:gd name="connsiteX170" fmla="*/ 2894240 w 5230266"/>
              <a:gd name="connsiteY170" fmla="*/ 25935 h 1450905"/>
              <a:gd name="connsiteX171" fmla="*/ 2791070 w 5230266"/>
              <a:gd name="connsiteY171" fmla="*/ 129105 h 1450905"/>
              <a:gd name="connsiteX172" fmla="*/ 2894240 w 5230266"/>
              <a:gd name="connsiteY172" fmla="*/ 232275 h 1450905"/>
              <a:gd name="connsiteX173" fmla="*/ 2997410 w 5230266"/>
              <a:gd name="connsiteY173" fmla="*/ 129105 h 1450905"/>
              <a:gd name="connsiteX174" fmla="*/ 2894240 w 5230266"/>
              <a:gd name="connsiteY174" fmla="*/ 25935 h 1450905"/>
              <a:gd name="connsiteX175" fmla="*/ 2336026 w 5230266"/>
              <a:gd name="connsiteY175" fmla="*/ 20748 h 1450905"/>
              <a:gd name="connsiteX176" fmla="*/ 2232856 w 5230266"/>
              <a:gd name="connsiteY176" fmla="*/ 123918 h 1450905"/>
              <a:gd name="connsiteX177" fmla="*/ 2336026 w 5230266"/>
              <a:gd name="connsiteY177" fmla="*/ 227088 h 1450905"/>
              <a:gd name="connsiteX178" fmla="*/ 2439196 w 5230266"/>
              <a:gd name="connsiteY178" fmla="*/ 123918 h 1450905"/>
              <a:gd name="connsiteX179" fmla="*/ 2336026 w 5230266"/>
              <a:gd name="connsiteY179" fmla="*/ 20748 h 1450905"/>
              <a:gd name="connsiteX180" fmla="*/ 1777812 w 5230266"/>
              <a:gd name="connsiteY180" fmla="*/ 15561 h 1450905"/>
              <a:gd name="connsiteX181" fmla="*/ 1674642 w 5230266"/>
              <a:gd name="connsiteY181" fmla="*/ 118731 h 1450905"/>
              <a:gd name="connsiteX182" fmla="*/ 1777812 w 5230266"/>
              <a:gd name="connsiteY182" fmla="*/ 221901 h 1450905"/>
              <a:gd name="connsiteX183" fmla="*/ 1880982 w 5230266"/>
              <a:gd name="connsiteY183" fmla="*/ 118731 h 1450905"/>
              <a:gd name="connsiteX184" fmla="*/ 1777812 w 5230266"/>
              <a:gd name="connsiteY184" fmla="*/ 15561 h 1450905"/>
              <a:gd name="connsiteX185" fmla="*/ 1219598 w 5230266"/>
              <a:gd name="connsiteY185" fmla="*/ 10374 h 1450905"/>
              <a:gd name="connsiteX186" fmla="*/ 1116428 w 5230266"/>
              <a:gd name="connsiteY186" fmla="*/ 113544 h 1450905"/>
              <a:gd name="connsiteX187" fmla="*/ 1219598 w 5230266"/>
              <a:gd name="connsiteY187" fmla="*/ 216714 h 1450905"/>
              <a:gd name="connsiteX188" fmla="*/ 1322768 w 5230266"/>
              <a:gd name="connsiteY188" fmla="*/ 113544 h 1450905"/>
              <a:gd name="connsiteX189" fmla="*/ 1219598 w 5230266"/>
              <a:gd name="connsiteY189" fmla="*/ 10374 h 1450905"/>
              <a:gd name="connsiteX190" fmla="*/ 661384 w 5230266"/>
              <a:gd name="connsiteY190" fmla="*/ 5187 h 1450905"/>
              <a:gd name="connsiteX191" fmla="*/ 558214 w 5230266"/>
              <a:gd name="connsiteY191" fmla="*/ 108357 h 1450905"/>
              <a:gd name="connsiteX192" fmla="*/ 661384 w 5230266"/>
              <a:gd name="connsiteY192" fmla="*/ 211527 h 1450905"/>
              <a:gd name="connsiteX193" fmla="*/ 764554 w 5230266"/>
              <a:gd name="connsiteY193" fmla="*/ 108357 h 1450905"/>
              <a:gd name="connsiteX194" fmla="*/ 661384 w 5230266"/>
              <a:gd name="connsiteY194" fmla="*/ 5187 h 1450905"/>
              <a:gd name="connsiteX195" fmla="*/ 103170 w 5230266"/>
              <a:gd name="connsiteY195" fmla="*/ 0 h 1450905"/>
              <a:gd name="connsiteX196" fmla="*/ 0 w 5230266"/>
              <a:gd name="connsiteY196" fmla="*/ 103170 h 1450905"/>
              <a:gd name="connsiteX197" fmla="*/ 103170 w 5230266"/>
              <a:gd name="connsiteY197" fmla="*/ 206340 h 1450905"/>
              <a:gd name="connsiteX198" fmla="*/ 206340 w 5230266"/>
              <a:gd name="connsiteY198" fmla="*/ 103170 h 1450905"/>
              <a:gd name="connsiteX199" fmla="*/ 103170 w 5230266"/>
              <a:gd name="connsiteY199" fmla="*/ 0 h 1450905"/>
            </a:gdLst>
            <a:ahLst/>
            <a:cxnLst/>
            <a:rect l="l" t="t" r="r" b="b"/>
            <a:pathLst>
              <a:path w="2304" h="287">
                <a:moveTo>
                  <a:pt x="2258" y="196"/>
                </a:moveTo>
                <a:cubicBezTo>
                  <a:pt x="2232" y="195"/>
                  <a:pt x="2212" y="220"/>
                  <a:pt x="2213" y="242"/>
                </a:cubicBezTo>
                <a:cubicBezTo>
                  <a:pt x="2212" y="268"/>
                  <a:pt x="2236" y="288"/>
                  <a:pt x="2258" y="287"/>
                </a:cubicBezTo>
                <a:cubicBezTo>
                  <a:pt x="2284" y="288"/>
                  <a:pt x="2304" y="264"/>
                  <a:pt x="2303" y="242"/>
                </a:cubicBezTo>
                <a:cubicBezTo>
                  <a:pt x="2304" y="216"/>
                  <a:pt x="2280" y="196"/>
                  <a:pt x="2258" y="196"/>
                </a:cubicBezTo>
                <a:close/>
                <a:moveTo>
                  <a:pt x="2012" y="194"/>
                </a:moveTo>
                <a:cubicBezTo>
                  <a:pt x="1987" y="193"/>
                  <a:pt x="1966" y="218"/>
                  <a:pt x="1967" y="240"/>
                </a:cubicBezTo>
                <a:cubicBezTo>
                  <a:pt x="1966" y="265"/>
                  <a:pt x="1990" y="286"/>
                  <a:pt x="2012" y="285"/>
                </a:cubicBezTo>
                <a:cubicBezTo>
                  <a:pt x="2038" y="286"/>
                  <a:pt x="2058" y="262"/>
                  <a:pt x="2058" y="240"/>
                </a:cubicBezTo>
                <a:cubicBezTo>
                  <a:pt x="2059" y="214"/>
                  <a:pt x="2034" y="193"/>
                  <a:pt x="2012" y="194"/>
                </a:cubicBezTo>
                <a:close/>
                <a:moveTo>
                  <a:pt x="1766" y="192"/>
                </a:moveTo>
                <a:cubicBezTo>
                  <a:pt x="1741" y="191"/>
                  <a:pt x="1720" y="215"/>
                  <a:pt x="1721" y="237"/>
                </a:cubicBezTo>
                <a:cubicBezTo>
                  <a:pt x="1720" y="263"/>
                  <a:pt x="1744" y="284"/>
                  <a:pt x="1766" y="283"/>
                </a:cubicBezTo>
                <a:cubicBezTo>
                  <a:pt x="1792" y="284"/>
                  <a:pt x="1813" y="259"/>
                  <a:pt x="1812" y="237"/>
                </a:cubicBezTo>
                <a:cubicBezTo>
                  <a:pt x="1813" y="212"/>
                  <a:pt x="1788" y="191"/>
                  <a:pt x="1766" y="192"/>
                </a:cubicBezTo>
                <a:close/>
                <a:moveTo>
                  <a:pt x="1520" y="190"/>
                </a:moveTo>
                <a:cubicBezTo>
                  <a:pt x="1495" y="189"/>
                  <a:pt x="1474" y="213"/>
                  <a:pt x="1475" y="235"/>
                </a:cubicBezTo>
                <a:cubicBezTo>
                  <a:pt x="1474" y="261"/>
                  <a:pt x="1498" y="281"/>
                  <a:pt x="1520" y="280"/>
                </a:cubicBezTo>
                <a:cubicBezTo>
                  <a:pt x="1546" y="281"/>
                  <a:pt x="1567" y="257"/>
                  <a:pt x="1566" y="235"/>
                </a:cubicBezTo>
                <a:cubicBezTo>
                  <a:pt x="1567" y="209"/>
                  <a:pt x="1543" y="189"/>
                  <a:pt x="1520" y="190"/>
                </a:cubicBezTo>
                <a:close/>
                <a:moveTo>
                  <a:pt x="1275" y="187"/>
                </a:moveTo>
                <a:cubicBezTo>
                  <a:pt x="1249" y="186"/>
                  <a:pt x="1228" y="211"/>
                  <a:pt x="1229" y="233"/>
                </a:cubicBezTo>
                <a:cubicBezTo>
                  <a:pt x="1228" y="258"/>
                  <a:pt x="1253" y="279"/>
                  <a:pt x="1275" y="278"/>
                </a:cubicBezTo>
                <a:cubicBezTo>
                  <a:pt x="1300" y="279"/>
                  <a:pt x="1321" y="255"/>
                  <a:pt x="1320" y="233"/>
                </a:cubicBezTo>
                <a:cubicBezTo>
                  <a:pt x="1321" y="207"/>
                  <a:pt x="1297" y="186"/>
                  <a:pt x="1275" y="187"/>
                </a:cubicBezTo>
                <a:close/>
                <a:moveTo>
                  <a:pt x="1029" y="185"/>
                </a:moveTo>
                <a:cubicBezTo>
                  <a:pt x="1003" y="184"/>
                  <a:pt x="983" y="208"/>
                  <a:pt x="983" y="230"/>
                </a:cubicBezTo>
                <a:cubicBezTo>
                  <a:pt x="982" y="256"/>
                  <a:pt x="1007" y="277"/>
                  <a:pt x="1029" y="276"/>
                </a:cubicBezTo>
                <a:cubicBezTo>
                  <a:pt x="1054" y="277"/>
                  <a:pt x="1075" y="252"/>
                  <a:pt x="1074" y="230"/>
                </a:cubicBezTo>
                <a:cubicBezTo>
                  <a:pt x="1075" y="205"/>
                  <a:pt x="1051" y="184"/>
                  <a:pt x="1029" y="185"/>
                </a:cubicBezTo>
                <a:close/>
                <a:moveTo>
                  <a:pt x="783" y="183"/>
                </a:moveTo>
                <a:cubicBezTo>
                  <a:pt x="757" y="182"/>
                  <a:pt x="737" y="206"/>
                  <a:pt x="738" y="228"/>
                </a:cubicBezTo>
                <a:cubicBezTo>
                  <a:pt x="736" y="254"/>
                  <a:pt x="761" y="274"/>
                  <a:pt x="783" y="274"/>
                </a:cubicBezTo>
                <a:cubicBezTo>
                  <a:pt x="809" y="275"/>
                  <a:pt x="829" y="250"/>
                  <a:pt x="828" y="228"/>
                </a:cubicBezTo>
                <a:cubicBezTo>
                  <a:pt x="829" y="202"/>
                  <a:pt x="805" y="182"/>
                  <a:pt x="783" y="183"/>
                </a:cubicBezTo>
                <a:close/>
                <a:moveTo>
                  <a:pt x="537" y="180"/>
                </a:moveTo>
                <a:cubicBezTo>
                  <a:pt x="511" y="179"/>
                  <a:pt x="491" y="204"/>
                  <a:pt x="492" y="226"/>
                </a:cubicBezTo>
                <a:cubicBezTo>
                  <a:pt x="491" y="252"/>
                  <a:pt x="515" y="272"/>
                  <a:pt x="537" y="271"/>
                </a:cubicBezTo>
                <a:cubicBezTo>
                  <a:pt x="563" y="272"/>
                  <a:pt x="583" y="248"/>
                  <a:pt x="583" y="226"/>
                </a:cubicBezTo>
                <a:cubicBezTo>
                  <a:pt x="584" y="200"/>
                  <a:pt x="559" y="180"/>
                  <a:pt x="537" y="180"/>
                </a:cubicBezTo>
                <a:close/>
                <a:moveTo>
                  <a:pt x="291" y="178"/>
                </a:moveTo>
                <a:cubicBezTo>
                  <a:pt x="266" y="177"/>
                  <a:pt x="245" y="202"/>
                  <a:pt x="246" y="224"/>
                </a:cubicBezTo>
                <a:cubicBezTo>
                  <a:pt x="245" y="249"/>
                  <a:pt x="269" y="270"/>
                  <a:pt x="291" y="269"/>
                </a:cubicBezTo>
                <a:cubicBezTo>
                  <a:pt x="317" y="270"/>
                  <a:pt x="338" y="246"/>
                  <a:pt x="337" y="224"/>
                </a:cubicBezTo>
                <a:cubicBezTo>
                  <a:pt x="338" y="198"/>
                  <a:pt x="313" y="177"/>
                  <a:pt x="291" y="178"/>
                </a:cubicBezTo>
                <a:close/>
                <a:moveTo>
                  <a:pt x="45" y="176"/>
                </a:moveTo>
                <a:cubicBezTo>
                  <a:pt x="20" y="175"/>
                  <a:pt x="-1" y="199"/>
                  <a:pt x="0" y="221"/>
                </a:cubicBezTo>
                <a:cubicBezTo>
                  <a:pt x="-1" y="247"/>
                  <a:pt x="23" y="268"/>
                  <a:pt x="45" y="267"/>
                </a:cubicBezTo>
                <a:cubicBezTo>
                  <a:pt x="71" y="268"/>
                  <a:pt x="92" y="243"/>
                  <a:pt x="91" y="221"/>
                </a:cubicBezTo>
                <a:cubicBezTo>
                  <a:pt x="92" y="196"/>
                  <a:pt x="67" y="175"/>
                  <a:pt x="45" y="176"/>
                </a:cubicBezTo>
                <a:close/>
                <a:moveTo>
                  <a:pt x="2258" y="21"/>
                </a:moveTo>
                <a:cubicBezTo>
                  <a:pt x="2232" y="20"/>
                  <a:pt x="2212" y="44"/>
                  <a:pt x="2213" y="66"/>
                </a:cubicBezTo>
                <a:cubicBezTo>
                  <a:pt x="2212" y="92"/>
                  <a:pt x="2236" y="112"/>
                  <a:pt x="2258" y="111"/>
                </a:cubicBezTo>
                <a:cubicBezTo>
                  <a:pt x="2284" y="112"/>
                  <a:pt x="2304" y="88"/>
                  <a:pt x="2303" y="66"/>
                </a:cubicBezTo>
                <a:cubicBezTo>
                  <a:pt x="2304" y="40"/>
                  <a:pt x="2280" y="20"/>
                  <a:pt x="2258" y="21"/>
                </a:cubicBezTo>
                <a:close/>
                <a:moveTo>
                  <a:pt x="2012" y="18"/>
                </a:moveTo>
                <a:cubicBezTo>
                  <a:pt x="1987" y="17"/>
                  <a:pt x="1966" y="42"/>
                  <a:pt x="1967" y="64"/>
                </a:cubicBezTo>
                <a:cubicBezTo>
                  <a:pt x="1966" y="89"/>
                  <a:pt x="1990" y="110"/>
                  <a:pt x="2012" y="109"/>
                </a:cubicBezTo>
                <a:cubicBezTo>
                  <a:pt x="2038" y="110"/>
                  <a:pt x="2058" y="86"/>
                  <a:pt x="2058" y="64"/>
                </a:cubicBezTo>
                <a:cubicBezTo>
                  <a:pt x="2059" y="38"/>
                  <a:pt x="2034" y="17"/>
                  <a:pt x="2012" y="18"/>
                </a:cubicBezTo>
                <a:close/>
                <a:moveTo>
                  <a:pt x="1766" y="16"/>
                </a:moveTo>
                <a:cubicBezTo>
                  <a:pt x="1741" y="15"/>
                  <a:pt x="1720" y="39"/>
                  <a:pt x="1721" y="61"/>
                </a:cubicBezTo>
                <a:cubicBezTo>
                  <a:pt x="1720" y="87"/>
                  <a:pt x="1744" y="108"/>
                  <a:pt x="1766" y="107"/>
                </a:cubicBezTo>
                <a:cubicBezTo>
                  <a:pt x="1792" y="108"/>
                  <a:pt x="1813" y="83"/>
                  <a:pt x="1812" y="61"/>
                </a:cubicBezTo>
                <a:cubicBezTo>
                  <a:pt x="1813" y="36"/>
                  <a:pt x="1788" y="15"/>
                  <a:pt x="1766" y="16"/>
                </a:cubicBezTo>
                <a:close/>
                <a:moveTo>
                  <a:pt x="1520" y="14"/>
                </a:moveTo>
                <a:cubicBezTo>
                  <a:pt x="1495" y="13"/>
                  <a:pt x="1474" y="37"/>
                  <a:pt x="1475" y="59"/>
                </a:cubicBezTo>
                <a:cubicBezTo>
                  <a:pt x="1474" y="85"/>
                  <a:pt x="1498" y="105"/>
                  <a:pt x="1520" y="105"/>
                </a:cubicBezTo>
                <a:cubicBezTo>
                  <a:pt x="1546" y="106"/>
                  <a:pt x="1567" y="81"/>
                  <a:pt x="1566" y="59"/>
                </a:cubicBezTo>
                <a:cubicBezTo>
                  <a:pt x="1567" y="33"/>
                  <a:pt x="1543" y="13"/>
                  <a:pt x="1520" y="14"/>
                </a:cubicBezTo>
                <a:close/>
                <a:moveTo>
                  <a:pt x="1275" y="11"/>
                </a:moveTo>
                <a:cubicBezTo>
                  <a:pt x="1249" y="10"/>
                  <a:pt x="1228" y="35"/>
                  <a:pt x="1229" y="57"/>
                </a:cubicBezTo>
                <a:cubicBezTo>
                  <a:pt x="1228" y="83"/>
                  <a:pt x="1253" y="103"/>
                  <a:pt x="1275" y="102"/>
                </a:cubicBezTo>
                <a:cubicBezTo>
                  <a:pt x="1300" y="103"/>
                  <a:pt x="1321" y="79"/>
                  <a:pt x="1320" y="57"/>
                </a:cubicBezTo>
                <a:cubicBezTo>
                  <a:pt x="1321" y="31"/>
                  <a:pt x="1297" y="11"/>
                  <a:pt x="1275" y="11"/>
                </a:cubicBezTo>
                <a:close/>
                <a:moveTo>
                  <a:pt x="1029" y="9"/>
                </a:moveTo>
                <a:cubicBezTo>
                  <a:pt x="1003" y="8"/>
                  <a:pt x="983" y="33"/>
                  <a:pt x="983" y="55"/>
                </a:cubicBezTo>
                <a:cubicBezTo>
                  <a:pt x="982" y="80"/>
                  <a:pt x="1007" y="101"/>
                  <a:pt x="1029" y="100"/>
                </a:cubicBezTo>
                <a:cubicBezTo>
                  <a:pt x="1054" y="101"/>
                  <a:pt x="1075" y="77"/>
                  <a:pt x="1074" y="55"/>
                </a:cubicBezTo>
                <a:cubicBezTo>
                  <a:pt x="1075" y="29"/>
                  <a:pt x="1051" y="8"/>
                  <a:pt x="1029" y="9"/>
                </a:cubicBezTo>
                <a:close/>
                <a:moveTo>
                  <a:pt x="783" y="7"/>
                </a:moveTo>
                <a:cubicBezTo>
                  <a:pt x="757" y="6"/>
                  <a:pt x="737" y="30"/>
                  <a:pt x="738" y="52"/>
                </a:cubicBezTo>
                <a:cubicBezTo>
                  <a:pt x="736" y="78"/>
                  <a:pt x="761" y="99"/>
                  <a:pt x="783" y="98"/>
                </a:cubicBezTo>
                <a:cubicBezTo>
                  <a:pt x="809" y="99"/>
                  <a:pt x="829" y="74"/>
                  <a:pt x="828" y="52"/>
                </a:cubicBezTo>
                <a:cubicBezTo>
                  <a:pt x="829" y="27"/>
                  <a:pt x="805" y="6"/>
                  <a:pt x="783" y="7"/>
                </a:cubicBezTo>
                <a:close/>
                <a:moveTo>
                  <a:pt x="537" y="5"/>
                </a:moveTo>
                <a:cubicBezTo>
                  <a:pt x="511" y="4"/>
                  <a:pt x="491" y="28"/>
                  <a:pt x="492" y="50"/>
                </a:cubicBezTo>
                <a:cubicBezTo>
                  <a:pt x="491" y="76"/>
                  <a:pt x="515" y="96"/>
                  <a:pt x="537" y="95"/>
                </a:cubicBezTo>
                <a:cubicBezTo>
                  <a:pt x="563" y="96"/>
                  <a:pt x="583" y="72"/>
                  <a:pt x="583" y="50"/>
                </a:cubicBezTo>
                <a:cubicBezTo>
                  <a:pt x="584" y="24"/>
                  <a:pt x="559" y="4"/>
                  <a:pt x="537" y="5"/>
                </a:cubicBezTo>
                <a:close/>
                <a:moveTo>
                  <a:pt x="291" y="2"/>
                </a:moveTo>
                <a:cubicBezTo>
                  <a:pt x="266" y="1"/>
                  <a:pt x="245" y="26"/>
                  <a:pt x="246" y="48"/>
                </a:cubicBezTo>
                <a:cubicBezTo>
                  <a:pt x="245" y="73"/>
                  <a:pt x="269" y="94"/>
                  <a:pt x="291" y="93"/>
                </a:cubicBezTo>
                <a:cubicBezTo>
                  <a:pt x="317" y="94"/>
                  <a:pt x="338" y="70"/>
                  <a:pt x="337" y="48"/>
                </a:cubicBezTo>
                <a:cubicBezTo>
                  <a:pt x="338" y="22"/>
                  <a:pt x="313" y="1"/>
                  <a:pt x="291" y="2"/>
                </a:cubicBezTo>
                <a:close/>
                <a:moveTo>
                  <a:pt x="45" y="0"/>
                </a:moveTo>
                <a:cubicBezTo>
                  <a:pt x="20" y="-1"/>
                  <a:pt x="-1" y="23"/>
                  <a:pt x="0" y="45"/>
                </a:cubicBezTo>
                <a:cubicBezTo>
                  <a:pt x="-1" y="71"/>
                  <a:pt x="23" y="92"/>
                  <a:pt x="45" y="91"/>
                </a:cubicBezTo>
                <a:cubicBezTo>
                  <a:pt x="71" y="92"/>
                  <a:pt x="92" y="67"/>
                  <a:pt x="91" y="45"/>
                </a:cubicBezTo>
                <a:cubicBezTo>
                  <a:pt x="92" y="20"/>
                  <a:pt x="67" y="-1"/>
                  <a:pt x="45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1198800"/>
            <a:ext cx="10515600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buNone/>
              <a:defRPr sz="6000">
                <a:solidFill>
                  <a:srgbClr val="FFFFFF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142800"/>
            <a:ext cx="10515600" cy="972000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xfrm>
            <a:off x="695960" y="6448425"/>
            <a:ext cx="2743200" cy="365125"/>
          </a:xfrm>
          <a:prstGeom prst="rect">
            <a:avLst/>
          </a:prstGeom>
          <a:solidFill>
            <a:srgbClr val="3D97FB"/>
          </a:solidFill>
        </p:spPr>
        <p:txBody>
          <a:bodyPr wrap="square">
            <a:normAutofit/>
          </a:bodyPr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448425"/>
            <a:ext cx="2743200" cy="365125"/>
          </a:xfrm>
          <a:prstGeom prst="rect">
            <a:avLst/>
          </a:prstGeom>
          <a:solidFill>
            <a:srgbClr val="3D97FB"/>
          </a:solidFill>
        </p:spPr>
        <p:txBody>
          <a:bodyPr wrap="square">
            <a:normAutofit/>
          </a:bodyPr>
          <a:lstStyle/>
          <a:p/>
        </p:txBody>
      </p:sp>
      <p:sp>
        <p:nvSpPr>
          <p:cNvPr id="11" name="署名占位符 10"/>
          <p:cNvSpPr>
            <a:spLocks noGrp="1"/>
          </p:cNvSpPr>
          <p:nvPr>
            <p:ph type="body" idx="17" hasCustomPrompt="1"/>
          </p:nvPr>
        </p:nvSpPr>
        <p:spPr>
          <a:xfrm>
            <a:off x="4656180" y="6220275"/>
            <a:ext cx="2880000" cy="504000"/>
          </a:xfrm>
          <a:prstGeom prst="rect">
            <a:avLst/>
          </a:prstGeom>
          <a:solidFill>
            <a:srgbClr val="3D97FB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署名</a:t>
            </a:r>
          </a:p>
        </p:txBody>
      </p:sp>
      <p:sp>
        <p:nvSpPr>
          <p:cNvPr id="22" name="任意多边形 21"/>
          <p:cNvSpPr>
            <a:spLocks noGrp="1"/>
          </p:cNvSpPr>
          <p:nvPr/>
        </p:nvSpPr>
        <p:spPr>
          <a:xfrm>
            <a:off x="10160" y="5769210"/>
            <a:ext cx="12181840" cy="1114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/>
            <a:rect l="l" t="t" r="r" b="b"/>
            <a:pathLst>
              <a:path w="19184" h="1755">
                <a:moveTo>
                  <a:pt x="0" y="273"/>
                </a:moveTo>
                <a:cubicBezTo>
                  <a:pt x="298" y="359"/>
                  <a:pt x="643" y="703"/>
                  <a:pt x="713" y="901"/>
                </a:cubicBezTo>
                <a:cubicBezTo>
                  <a:pt x="782" y="854"/>
                  <a:pt x="1015" y="801"/>
                  <a:pt x="1100" y="803"/>
                </a:cubicBezTo>
                <a:lnTo>
                  <a:pt x="1105" y="803"/>
                </a:lnTo>
                <a:cubicBezTo>
                  <a:pt x="1115" y="802"/>
                  <a:pt x="1130" y="803"/>
                  <a:pt x="1131" y="804"/>
                </a:cubicBezTo>
                <a:lnTo>
                  <a:pt x="1138" y="803"/>
                </a:lnTo>
                <a:lnTo>
                  <a:pt x="1144" y="803"/>
                </a:lnTo>
                <a:lnTo>
                  <a:pt x="1151" y="803"/>
                </a:lnTo>
                <a:lnTo>
                  <a:pt x="1157" y="803"/>
                </a:lnTo>
                <a:cubicBezTo>
                  <a:pt x="1289" y="801"/>
                  <a:pt x="1480" y="864"/>
                  <a:pt x="1517" y="885"/>
                </a:cubicBezTo>
                <a:cubicBezTo>
                  <a:pt x="1666" y="700"/>
                  <a:pt x="2047" y="565"/>
                  <a:pt x="2237" y="571"/>
                </a:cubicBezTo>
                <a:lnTo>
                  <a:pt x="2247" y="571"/>
                </a:lnTo>
                <a:lnTo>
                  <a:pt x="2259" y="571"/>
                </a:lnTo>
                <a:lnTo>
                  <a:pt x="2270" y="572"/>
                </a:lnTo>
                <a:lnTo>
                  <a:pt x="2285" y="571"/>
                </a:lnTo>
                <a:lnTo>
                  <a:pt x="2300" y="570"/>
                </a:lnTo>
                <a:lnTo>
                  <a:pt x="2316" y="570"/>
                </a:lnTo>
                <a:lnTo>
                  <a:pt x="2330" y="570"/>
                </a:lnTo>
                <a:cubicBezTo>
                  <a:pt x="2633" y="568"/>
                  <a:pt x="2989" y="818"/>
                  <a:pt x="3067" y="931"/>
                </a:cubicBezTo>
                <a:cubicBezTo>
                  <a:pt x="3148" y="879"/>
                  <a:pt x="3395" y="828"/>
                  <a:pt x="3485" y="830"/>
                </a:cubicBezTo>
                <a:lnTo>
                  <a:pt x="3490" y="830"/>
                </a:lnTo>
                <a:cubicBezTo>
                  <a:pt x="3500" y="829"/>
                  <a:pt x="3516" y="830"/>
                  <a:pt x="3517" y="831"/>
                </a:cubicBezTo>
                <a:lnTo>
                  <a:pt x="3527" y="830"/>
                </a:lnTo>
                <a:lnTo>
                  <a:pt x="3537" y="830"/>
                </a:lnTo>
                <a:lnTo>
                  <a:pt x="3546" y="829"/>
                </a:lnTo>
                <a:lnTo>
                  <a:pt x="3556" y="829"/>
                </a:lnTo>
                <a:cubicBezTo>
                  <a:pt x="3754" y="827"/>
                  <a:pt x="4028" y="949"/>
                  <a:pt x="4080" y="992"/>
                </a:cubicBezTo>
                <a:cubicBezTo>
                  <a:pt x="4199" y="882"/>
                  <a:pt x="4485" y="800"/>
                  <a:pt x="4615" y="803"/>
                </a:cubicBezTo>
                <a:lnTo>
                  <a:pt x="4622" y="803"/>
                </a:lnTo>
                <a:lnTo>
                  <a:pt x="4630" y="803"/>
                </a:lnTo>
                <a:lnTo>
                  <a:pt x="4638" y="803"/>
                </a:lnTo>
                <a:lnTo>
                  <a:pt x="4646" y="804"/>
                </a:lnTo>
                <a:lnTo>
                  <a:pt x="4653" y="803"/>
                </a:lnTo>
                <a:lnTo>
                  <a:pt x="4659" y="803"/>
                </a:lnTo>
                <a:lnTo>
                  <a:pt x="4666" y="803"/>
                </a:lnTo>
                <a:lnTo>
                  <a:pt x="4672" y="803"/>
                </a:lnTo>
                <a:cubicBezTo>
                  <a:pt x="4804" y="801"/>
                  <a:pt x="4995" y="864"/>
                  <a:pt x="5031" y="885"/>
                </a:cubicBezTo>
                <a:cubicBezTo>
                  <a:pt x="5181" y="700"/>
                  <a:pt x="5562" y="565"/>
                  <a:pt x="5752" y="571"/>
                </a:cubicBezTo>
                <a:lnTo>
                  <a:pt x="5762" y="571"/>
                </a:lnTo>
                <a:lnTo>
                  <a:pt x="5774" y="571"/>
                </a:lnTo>
                <a:lnTo>
                  <a:pt x="5785" y="572"/>
                </a:lnTo>
                <a:lnTo>
                  <a:pt x="5800" y="571"/>
                </a:lnTo>
                <a:lnTo>
                  <a:pt x="5815" y="570"/>
                </a:lnTo>
                <a:lnTo>
                  <a:pt x="5830" y="570"/>
                </a:lnTo>
                <a:lnTo>
                  <a:pt x="5845" y="570"/>
                </a:lnTo>
                <a:cubicBezTo>
                  <a:pt x="6148" y="568"/>
                  <a:pt x="6504" y="818"/>
                  <a:pt x="6581" y="931"/>
                </a:cubicBezTo>
                <a:cubicBezTo>
                  <a:pt x="6663" y="879"/>
                  <a:pt x="6910" y="828"/>
                  <a:pt x="6999" y="830"/>
                </a:cubicBezTo>
                <a:lnTo>
                  <a:pt x="7004" y="830"/>
                </a:lnTo>
                <a:cubicBezTo>
                  <a:pt x="7015" y="829"/>
                  <a:pt x="7031" y="830"/>
                  <a:pt x="7032" y="831"/>
                </a:cubicBezTo>
                <a:lnTo>
                  <a:pt x="7040" y="830"/>
                </a:lnTo>
                <a:lnTo>
                  <a:pt x="7049" y="830"/>
                </a:lnTo>
                <a:lnTo>
                  <a:pt x="7057" y="830"/>
                </a:lnTo>
                <a:lnTo>
                  <a:pt x="7065" y="830"/>
                </a:lnTo>
                <a:cubicBezTo>
                  <a:pt x="7232" y="829"/>
                  <a:pt x="7454" y="909"/>
                  <a:pt x="7520" y="949"/>
                </a:cubicBezTo>
                <a:cubicBezTo>
                  <a:pt x="7662" y="735"/>
                  <a:pt x="8026" y="593"/>
                  <a:pt x="8222" y="596"/>
                </a:cubicBezTo>
                <a:lnTo>
                  <a:pt x="8233" y="597"/>
                </a:lnTo>
                <a:lnTo>
                  <a:pt x="8245" y="597"/>
                </a:lnTo>
                <a:lnTo>
                  <a:pt x="8257" y="597"/>
                </a:lnTo>
                <a:lnTo>
                  <a:pt x="8263" y="597"/>
                </a:lnTo>
                <a:lnTo>
                  <a:pt x="8270" y="596"/>
                </a:lnTo>
                <a:lnTo>
                  <a:pt x="8276" y="596"/>
                </a:lnTo>
                <a:lnTo>
                  <a:pt x="8283" y="596"/>
                </a:lnTo>
                <a:cubicBezTo>
                  <a:pt x="8415" y="595"/>
                  <a:pt x="8606" y="657"/>
                  <a:pt x="8642" y="679"/>
                </a:cubicBezTo>
                <a:cubicBezTo>
                  <a:pt x="8791" y="493"/>
                  <a:pt x="9173" y="359"/>
                  <a:pt x="9362" y="364"/>
                </a:cubicBezTo>
                <a:lnTo>
                  <a:pt x="9373" y="365"/>
                </a:lnTo>
                <a:lnTo>
                  <a:pt x="9384" y="365"/>
                </a:lnTo>
                <a:lnTo>
                  <a:pt x="9396" y="365"/>
                </a:lnTo>
                <a:lnTo>
                  <a:pt x="9411" y="364"/>
                </a:lnTo>
                <a:lnTo>
                  <a:pt x="9426" y="364"/>
                </a:lnTo>
                <a:lnTo>
                  <a:pt x="9441" y="363"/>
                </a:lnTo>
                <a:lnTo>
                  <a:pt x="9456" y="363"/>
                </a:lnTo>
                <a:cubicBezTo>
                  <a:pt x="9759" y="361"/>
                  <a:pt x="10115" y="612"/>
                  <a:pt x="10192" y="724"/>
                </a:cubicBezTo>
                <a:cubicBezTo>
                  <a:pt x="10274" y="673"/>
                  <a:pt x="10520" y="622"/>
                  <a:pt x="10610" y="623"/>
                </a:cubicBezTo>
                <a:lnTo>
                  <a:pt x="10615" y="623"/>
                </a:lnTo>
                <a:cubicBezTo>
                  <a:pt x="10626" y="623"/>
                  <a:pt x="10642" y="624"/>
                  <a:pt x="10643" y="624"/>
                </a:cubicBezTo>
                <a:lnTo>
                  <a:pt x="10653" y="623"/>
                </a:lnTo>
                <a:lnTo>
                  <a:pt x="10662" y="623"/>
                </a:lnTo>
                <a:lnTo>
                  <a:pt x="10672" y="623"/>
                </a:lnTo>
                <a:lnTo>
                  <a:pt x="10682" y="622"/>
                </a:lnTo>
                <a:cubicBezTo>
                  <a:pt x="10880" y="620"/>
                  <a:pt x="11153" y="742"/>
                  <a:pt x="11206" y="785"/>
                </a:cubicBezTo>
                <a:cubicBezTo>
                  <a:pt x="11324" y="675"/>
                  <a:pt x="11611" y="594"/>
                  <a:pt x="11741" y="596"/>
                </a:cubicBezTo>
                <a:lnTo>
                  <a:pt x="11748" y="596"/>
                </a:lnTo>
                <a:lnTo>
                  <a:pt x="11756" y="596"/>
                </a:lnTo>
                <a:lnTo>
                  <a:pt x="11764" y="597"/>
                </a:lnTo>
                <a:lnTo>
                  <a:pt x="11772" y="597"/>
                </a:lnTo>
                <a:lnTo>
                  <a:pt x="11778" y="597"/>
                </a:lnTo>
                <a:lnTo>
                  <a:pt x="11785" y="596"/>
                </a:lnTo>
                <a:lnTo>
                  <a:pt x="11791" y="596"/>
                </a:lnTo>
                <a:lnTo>
                  <a:pt x="11798" y="596"/>
                </a:lnTo>
                <a:cubicBezTo>
                  <a:pt x="11930" y="595"/>
                  <a:pt x="12120" y="657"/>
                  <a:pt x="12157" y="679"/>
                </a:cubicBezTo>
                <a:cubicBezTo>
                  <a:pt x="12306" y="493"/>
                  <a:pt x="12688" y="359"/>
                  <a:pt x="12877" y="364"/>
                </a:cubicBezTo>
                <a:lnTo>
                  <a:pt x="12888" y="365"/>
                </a:lnTo>
                <a:lnTo>
                  <a:pt x="12899" y="365"/>
                </a:lnTo>
                <a:lnTo>
                  <a:pt x="12911" y="365"/>
                </a:lnTo>
                <a:lnTo>
                  <a:pt x="12926" y="364"/>
                </a:lnTo>
                <a:lnTo>
                  <a:pt x="12941" y="364"/>
                </a:lnTo>
                <a:lnTo>
                  <a:pt x="12956" y="363"/>
                </a:lnTo>
                <a:lnTo>
                  <a:pt x="12971" y="363"/>
                </a:lnTo>
                <a:cubicBezTo>
                  <a:pt x="13274" y="361"/>
                  <a:pt x="13630" y="612"/>
                  <a:pt x="13707" y="724"/>
                </a:cubicBezTo>
                <a:cubicBezTo>
                  <a:pt x="13789" y="673"/>
                  <a:pt x="14035" y="622"/>
                  <a:pt x="14125" y="623"/>
                </a:cubicBezTo>
                <a:lnTo>
                  <a:pt x="14130" y="623"/>
                </a:lnTo>
                <a:cubicBezTo>
                  <a:pt x="14141" y="623"/>
                  <a:pt x="14157" y="624"/>
                  <a:pt x="14158" y="624"/>
                </a:cubicBezTo>
                <a:lnTo>
                  <a:pt x="14163" y="624"/>
                </a:lnTo>
                <a:lnTo>
                  <a:pt x="14168" y="623"/>
                </a:lnTo>
                <a:lnTo>
                  <a:pt x="14174" y="623"/>
                </a:lnTo>
                <a:lnTo>
                  <a:pt x="14179" y="623"/>
                </a:lnTo>
                <a:lnTo>
                  <a:pt x="14185" y="623"/>
                </a:lnTo>
                <a:cubicBezTo>
                  <a:pt x="14296" y="623"/>
                  <a:pt x="14475" y="669"/>
                  <a:pt x="14479" y="673"/>
                </a:cubicBezTo>
                <a:lnTo>
                  <a:pt x="14479" y="673"/>
                </a:lnTo>
                <a:cubicBezTo>
                  <a:pt x="14606" y="321"/>
                  <a:pt x="15181" y="-5"/>
                  <a:pt x="15506" y="0"/>
                </a:cubicBezTo>
                <a:lnTo>
                  <a:pt x="15524" y="0"/>
                </a:lnTo>
                <a:lnTo>
                  <a:pt x="15544" y="0"/>
                </a:lnTo>
                <a:lnTo>
                  <a:pt x="15565" y="1"/>
                </a:lnTo>
                <a:lnTo>
                  <a:pt x="15585" y="2"/>
                </a:lnTo>
                <a:lnTo>
                  <a:pt x="15608" y="1"/>
                </a:lnTo>
                <a:lnTo>
                  <a:pt x="15632" y="1"/>
                </a:lnTo>
                <a:lnTo>
                  <a:pt x="15654" y="1"/>
                </a:lnTo>
                <a:cubicBezTo>
                  <a:pt x="16127" y="-4"/>
                  <a:pt x="16592" y="420"/>
                  <a:pt x="16701" y="695"/>
                </a:cubicBezTo>
                <a:cubicBezTo>
                  <a:pt x="16774" y="646"/>
                  <a:pt x="17005" y="595"/>
                  <a:pt x="17091" y="596"/>
                </a:cubicBezTo>
                <a:lnTo>
                  <a:pt x="17095" y="596"/>
                </a:lnTo>
                <a:cubicBezTo>
                  <a:pt x="17106" y="596"/>
                  <a:pt x="17120" y="597"/>
                  <a:pt x="17122" y="597"/>
                </a:cubicBezTo>
                <a:lnTo>
                  <a:pt x="17128" y="597"/>
                </a:lnTo>
                <a:lnTo>
                  <a:pt x="17134" y="596"/>
                </a:lnTo>
                <a:lnTo>
                  <a:pt x="17141" y="596"/>
                </a:lnTo>
                <a:lnTo>
                  <a:pt x="17148" y="596"/>
                </a:lnTo>
                <a:cubicBezTo>
                  <a:pt x="17279" y="595"/>
                  <a:pt x="17470" y="657"/>
                  <a:pt x="17507" y="679"/>
                </a:cubicBezTo>
                <a:cubicBezTo>
                  <a:pt x="17656" y="493"/>
                  <a:pt x="18038" y="359"/>
                  <a:pt x="18227" y="364"/>
                </a:cubicBezTo>
                <a:lnTo>
                  <a:pt x="18237" y="365"/>
                </a:lnTo>
                <a:lnTo>
                  <a:pt x="18249" y="365"/>
                </a:lnTo>
                <a:lnTo>
                  <a:pt x="18261" y="365"/>
                </a:lnTo>
                <a:lnTo>
                  <a:pt x="18276" y="364"/>
                </a:lnTo>
                <a:lnTo>
                  <a:pt x="18291" y="364"/>
                </a:lnTo>
                <a:lnTo>
                  <a:pt x="18306" y="363"/>
                </a:lnTo>
                <a:lnTo>
                  <a:pt x="18320" y="363"/>
                </a:lnTo>
                <a:cubicBezTo>
                  <a:pt x="18624" y="361"/>
                  <a:pt x="18979" y="612"/>
                  <a:pt x="19057" y="724"/>
                </a:cubicBezTo>
                <a:cubicBezTo>
                  <a:pt x="19083" y="707"/>
                  <a:pt x="19152" y="683"/>
                  <a:pt x="19184" y="674"/>
                </a:cubicBezTo>
                <a:lnTo>
                  <a:pt x="19184" y="1755"/>
                </a:lnTo>
                <a:lnTo>
                  <a:pt x="0" y="1755"/>
                </a:lnTo>
                <a:lnTo>
                  <a:pt x="0" y="273"/>
                </a:lnTo>
                <a:close/>
              </a:path>
            </a:pathLst>
          </a:custGeom>
          <a:solidFill>
            <a:srgbClr val="3D97FB"/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9" name="日期占位符 3"/>
          <p:cNvSpPr>
            <a:spLocks noGrp="1"/>
          </p:cNvSpPr>
          <p:nvPr/>
        </p:nvSpPr>
        <p:spPr>
          <a:xfrm>
            <a:off x="836295" y="6430010"/>
            <a:ext cx="2256155" cy="30035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>
            <a:lvl1pPr marL="0" algn="l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40" name="灯片编号占位符 5"/>
          <p:cNvSpPr>
            <a:spLocks noGrp="1"/>
          </p:cNvSpPr>
          <p:nvPr/>
        </p:nvSpPr>
        <p:spPr>
          <a:xfrm>
            <a:off x="8750935" y="6430010"/>
            <a:ext cx="2256155" cy="30035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41" name="署名占位符 10"/>
          <p:cNvSpPr>
            <a:spLocks noGrp="1"/>
          </p:cNvSpPr>
          <p:nvPr>
            <p:ph type="body" idx="13" hasCustomPrompt="1"/>
          </p:nvPr>
        </p:nvSpPr>
        <p:spPr>
          <a:xfrm>
            <a:off x="4796790" y="6226810"/>
            <a:ext cx="2367915" cy="414655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署名</a:t>
            </a:r>
          </a:p>
        </p:txBody>
      </p:sp>
      <p:sp>
        <p:nvSpPr>
          <p:cNvPr id="45" name="任意多边形 44"/>
          <p:cNvSpPr>
            <a:spLocks noGrp="1"/>
          </p:cNvSpPr>
          <p:nvPr/>
        </p:nvSpPr>
        <p:spPr>
          <a:xfrm>
            <a:off x="10160" y="5910425"/>
            <a:ext cx="12181840" cy="97297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/>
            <a:rect l="l" t="t" r="r" b="b"/>
            <a:pathLst>
              <a:path w="19184" h="1532">
                <a:moveTo>
                  <a:pt x="0" y="196"/>
                </a:moveTo>
                <a:cubicBezTo>
                  <a:pt x="322" y="320"/>
                  <a:pt x="596" y="742"/>
                  <a:pt x="603" y="957"/>
                </a:cubicBezTo>
                <a:cubicBezTo>
                  <a:pt x="719" y="798"/>
                  <a:pt x="1006" y="693"/>
                  <a:pt x="1157" y="696"/>
                </a:cubicBezTo>
                <a:lnTo>
                  <a:pt x="1165" y="696"/>
                </a:lnTo>
                <a:lnTo>
                  <a:pt x="1174" y="696"/>
                </a:lnTo>
                <a:lnTo>
                  <a:pt x="1183" y="696"/>
                </a:lnTo>
                <a:lnTo>
                  <a:pt x="1191" y="696"/>
                </a:lnTo>
                <a:lnTo>
                  <a:pt x="1199" y="696"/>
                </a:lnTo>
                <a:lnTo>
                  <a:pt x="1206" y="696"/>
                </a:lnTo>
                <a:lnTo>
                  <a:pt x="1214" y="696"/>
                </a:lnTo>
                <a:cubicBezTo>
                  <a:pt x="1367" y="695"/>
                  <a:pt x="1560" y="783"/>
                  <a:pt x="1622" y="832"/>
                </a:cubicBezTo>
                <a:cubicBezTo>
                  <a:pt x="1753" y="633"/>
                  <a:pt x="2088" y="503"/>
                  <a:pt x="2269" y="506"/>
                </a:cubicBezTo>
                <a:lnTo>
                  <a:pt x="2279" y="506"/>
                </a:lnTo>
                <a:lnTo>
                  <a:pt x="2290" y="506"/>
                </a:lnTo>
                <a:lnTo>
                  <a:pt x="2301" y="507"/>
                </a:lnTo>
                <a:lnTo>
                  <a:pt x="2316" y="506"/>
                </a:lnTo>
                <a:lnTo>
                  <a:pt x="2332" y="506"/>
                </a:lnTo>
                <a:lnTo>
                  <a:pt x="2347" y="506"/>
                </a:lnTo>
                <a:cubicBezTo>
                  <a:pt x="2653" y="498"/>
                  <a:pt x="2978" y="778"/>
                  <a:pt x="3046" y="924"/>
                </a:cubicBezTo>
                <a:cubicBezTo>
                  <a:pt x="3147" y="834"/>
                  <a:pt x="3408" y="761"/>
                  <a:pt x="3521" y="765"/>
                </a:cubicBezTo>
                <a:lnTo>
                  <a:pt x="3527" y="765"/>
                </a:lnTo>
                <a:lnTo>
                  <a:pt x="3534" y="765"/>
                </a:lnTo>
                <a:lnTo>
                  <a:pt x="3541" y="765"/>
                </a:lnTo>
                <a:lnTo>
                  <a:pt x="3548" y="765"/>
                </a:lnTo>
                <a:lnTo>
                  <a:pt x="3558" y="765"/>
                </a:lnTo>
                <a:lnTo>
                  <a:pt x="3568" y="765"/>
                </a:lnTo>
                <a:lnTo>
                  <a:pt x="3579" y="765"/>
                </a:lnTo>
                <a:cubicBezTo>
                  <a:pt x="3781" y="761"/>
                  <a:pt x="4029" y="892"/>
                  <a:pt x="4108" y="968"/>
                </a:cubicBezTo>
                <a:cubicBezTo>
                  <a:pt x="4218" y="807"/>
                  <a:pt x="4516" y="692"/>
                  <a:pt x="4671" y="696"/>
                </a:cubicBezTo>
                <a:lnTo>
                  <a:pt x="4679" y="696"/>
                </a:lnTo>
                <a:lnTo>
                  <a:pt x="4689" y="696"/>
                </a:lnTo>
                <a:lnTo>
                  <a:pt x="4698" y="696"/>
                </a:lnTo>
                <a:lnTo>
                  <a:pt x="4706" y="696"/>
                </a:lnTo>
                <a:lnTo>
                  <a:pt x="4714" y="696"/>
                </a:lnTo>
                <a:lnTo>
                  <a:pt x="4721" y="696"/>
                </a:lnTo>
                <a:lnTo>
                  <a:pt x="4729" y="696"/>
                </a:lnTo>
                <a:cubicBezTo>
                  <a:pt x="4882" y="695"/>
                  <a:pt x="5075" y="783"/>
                  <a:pt x="5137" y="832"/>
                </a:cubicBezTo>
                <a:cubicBezTo>
                  <a:pt x="5268" y="633"/>
                  <a:pt x="5603" y="503"/>
                  <a:pt x="5784" y="506"/>
                </a:cubicBezTo>
                <a:lnTo>
                  <a:pt x="5794" y="506"/>
                </a:lnTo>
                <a:lnTo>
                  <a:pt x="5805" y="506"/>
                </a:lnTo>
                <a:lnTo>
                  <a:pt x="5816" y="507"/>
                </a:lnTo>
                <a:lnTo>
                  <a:pt x="5831" y="506"/>
                </a:lnTo>
                <a:lnTo>
                  <a:pt x="5846" y="506"/>
                </a:lnTo>
                <a:lnTo>
                  <a:pt x="5861" y="506"/>
                </a:lnTo>
                <a:cubicBezTo>
                  <a:pt x="6167" y="498"/>
                  <a:pt x="6492" y="778"/>
                  <a:pt x="6561" y="924"/>
                </a:cubicBezTo>
                <a:cubicBezTo>
                  <a:pt x="6662" y="834"/>
                  <a:pt x="6923" y="761"/>
                  <a:pt x="7036" y="765"/>
                </a:cubicBezTo>
                <a:lnTo>
                  <a:pt x="7042" y="765"/>
                </a:lnTo>
                <a:lnTo>
                  <a:pt x="7049" y="765"/>
                </a:lnTo>
                <a:lnTo>
                  <a:pt x="7056" y="765"/>
                </a:lnTo>
                <a:lnTo>
                  <a:pt x="7063" y="765"/>
                </a:lnTo>
                <a:lnTo>
                  <a:pt x="7073" y="765"/>
                </a:lnTo>
                <a:lnTo>
                  <a:pt x="7082" y="765"/>
                </a:lnTo>
                <a:lnTo>
                  <a:pt x="7092" y="764"/>
                </a:lnTo>
                <a:lnTo>
                  <a:pt x="7101" y="764"/>
                </a:lnTo>
                <a:cubicBezTo>
                  <a:pt x="7293" y="763"/>
                  <a:pt x="7537" y="890"/>
                  <a:pt x="7599" y="949"/>
                </a:cubicBezTo>
                <a:cubicBezTo>
                  <a:pt x="7679" y="695"/>
                  <a:pt x="8053" y="482"/>
                  <a:pt x="8271" y="489"/>
                </a:cubicBezTo>
                <a:lnTo>
                  <a:pt x="8282" y="489"/>
                </a:lnTo>
                <a:lnTo>
                  <a:pt x="8296" y="489"/>
                </a:lnTo>
                <a:lnTo>
                  <a:pt x="8309" y="490"/>
                </a:lnTo>
                <a:lnTo>
                  <a:pt x="8317" y="489"/>
                </a:lnTo>
                <a:lnTo>
                  <a:pt x="8324" y="489"/>
                </a:lnTo>
                <a:lnTo>
                  <a:pt x="8332" y="489"/>
                </a:lnTo>
                <a:lnTo>
                  <a:pt x="8340" y="489"/>
                </a:lnTo>
                <a:cubicBezTo>
                  <a:pt x="8493" y="489"/>
                  <a:pt x="8686" y="576"/>
                  <a:pt x="8748" y="625"/>
                </a:cubicBezTo>
                <a:cubicBezTo>
                  <a:pt x="8879" y="427"/>
                  <a:pt x="9214" y="297"/>
                  <a:pt x="9395" y="300"/>
                </a:cubicBezTo>
                <a:lnTo>
                  <a:pt x="9405" y="300"/>
                </a:lnTo>
                <a:lnTo>
                  <a:pt x="9416" y="300"/>
                </a:lnTo>
                <a:lnTo>
                  <a:pt x="9427" y="300"/>
                </a:lnTo>
                <a:lnTo>
                  <a:pt x="9442" y="299"/>
                </a:lnTo>
                <a:lnTo>
                  <a:pt x="9457" y="299"/>
                </a:lnTo>
                <a:lnTo>
                  <a:pt x="9472" y="299"/>
                </a:lnTo>
                <a:cubicBezTo>
                  <a:pt x="9778" y="291"/>
                  <a:pt x="10103" y="572"/>
                  <a:pt x="10172" y="717"/>
                </a:cubicBezTo>
                <a:cubicBezTo>
                  <a:pt x="10273" y="628"/>
                  <a:pt x="10534" y="555"/>
                  <a:pt x="10647" y="558"/>
                </a:cubicBezTo>
                <a:lnTo>
                  <a:pt x="10653" y="558"/>
                </a:lnTo>
                <a:lnTo>
                  <a:pt x="10660" y="558"/>
                </a:lnTo>
                <a:lnTo>
                  <a:pt x="10667" y="558"/>
                </a:lnTo>
                <a:lnTo>
                  <a:pt x="10674" y="559"/>
                </a:lnTo>
                <a:lnTo>
                  <a:pt x="10684" y="558"/>
                </a:lnTo>
                <a:lnTo>
                  <a:pt x="10694" y="558"/>
                </a:lnTo>
                <a:lnTo>
                  <a:pt x="10704" y="558"/>
                </a:lnTo>
                <a:cubicBezTo>
                  <a:pt x="10907" y="554"/>
                  <a:pt x="11155" y="685"/>
                  <a:pt x="11233" y="761"/>
                </a:cubicBezTo>
                <a:cubicBezTo>
                  <a:pt x="11344" y="601"/>
                  <a:pt x="11642" y="485"/>
                  <a:pt x="11797" y="489"/>
                </a:cubicBezTo>
                <a:lnTo>
                  <a:pt x="11805" y="489"/>
                </a:lnTo>
                <a:lnTo>
                  <a:pt x="11815" y="489"/>
                </a:lnTo>
                <a:lnTo>
                  <a:pt x="11824" y="490"/>
                </a:lnTo>
                <a:lnTo>
                  <a:pt x="11832" y="489"/>
                </a:lnTo>
                <a:lnTo>
                  <a:pt x="11839" y="489"/>
                </a:lnTo>
                <a:lnTo>
                  <a:pt x="11847" y="489"/>
                </a:lnTo>
                <a:lnTo>
                  <a:pt x="11854" y="489"/>
                </a:lnTo>
                <a:cubicBezTo>
                  <a:pt x="12008" y="489"/>
                  <a:pt x="12201" y="576"/>
                  <a:pt x="12262" y="625"/>
                </a:cubicBezTo>
                <a:cubicBezTo>
                  <a:pt x="12393" y="427"/>
                  <a:pt x="12729" y="297"/>
                  <a:pt x="12910" y="300"/>
                </a:cubicBezTo>
                <a:lnTo>
                  <a:pt x="12920" y="300"/>
                </a:lnTo>
                <a:lnTo>
                  <a:pt x="12931" y="300"/>
                </a:lnTo>
                <a:lnTo>
                  <a:pt x="12942" y="300"/>
                </a:lnTo>
                <a:lnTo>
                  <a:pt x="12957" y="299"/>
                </a:lnTo>
                <a:lnTo>
                  <a:pt x="12972" y="299"/>
                </a:lnTo>
                <a:lnTo>
                  <a:pt x="12987" y="299"/>
                </a:lnTo>
                <a:cubicBezTo>
                  <a:pt x="13293" y="291"/>
                  <a:pt x="13618" y="572"/>
                  <a:pt x="13687" y="717"/>
                </a:cubicBezTo>
                <a:cubicBezTo>
                  <a:pt x="13788" y="628"/>
                  <a:pt x="14049" y="555"/>
                  <a:pt x="14162" y="558"/>
                </a:cubicBezTo>
                <a:lnTo>
                  <a:pt x="14168" y="558"/>
                </a:lnTo>
                <a:lnTo>
                  <a:pt x="14175" y="558"/>
                </a:lnTo>
                <a:lnTo>
                  <a:pt x="14182" y="558"/>
                </a:lnTo>
                <a:lnTo>
                  <a:pt x="14189" y="559"/>
                </a:lnTo>
                <a:lnTo>
                  <a:pt x="14196" y="558"/>
                </a:lnTo>
                <a:lnTo>
                  <a:pt x="14204" y="558"/>
                </a:lnTo>
                <a:lnTo>
                  <a:pt x="14211" y="558"/>
                </a:lnTo>
                <a:lnTo>
                  <a:pt x="14218" y="558"/>
                </a:lnTo>
                <a:cubicBezTo>
                  <a:pt x="14369" y="557"/>
                  <a:pt x="14571" y="638"/>
                  <a:pt x="14623" y="674"/>
                </a:cubicBezTo>
                <a:cubicBezTo>
                  <a:pt x="14708" y="308"/>
                  <a:pt x="15222" y="-9"/>
                  <a:pt x="15529" y="0"/>
                </a:cubicBezTo>
                <a:lnTo>
                  <a:pt x="15546" y="0"/>
                </a:lnTo>
                <a:lnTo>
                  <a:pt x="15565" y="1"/>
                </a:lnTo>
                <a:lnTo>
                  <a:pt x="15583" y="1"/>
                </a:lnTo>
                <a:lnTo>
                  <a:pt x="15607" y="0"/>
                </a:lnTo>
                <a:lnTo>
                  <a:pt x="15630" y="0"/>
                </a:lnTo>
                <a:lnTo>
                  <a:pt x="15652" y="0"/>
                </a:lnTo>
                <a:cubicBezTo>
                  <a:pt x="16122" y="-5"/>
                  <a:pt x="16537" y="492"/>
                  <a:pt x="16574" y="772"/>
                </a:cubicBezTo>
                <a:cubicBezTo>
                  <a:pt x="16675" y="615"/>
                  <a:pt x="16978" y="486"/>
                  <a:pt x="17136" y="489"/>
                </a:cubicBezTo>
                <a:lnTo>
                  <a:pt x="17144" y="489"/>
                </a:lnTo>
                <a:lnTo>
                  <a:pt x="17154" y="489"/>
                </a:lnTo>
                <a:lnTo>
                  <a:pt x="17164" y="489"/>
                </a:lnTo>
                <a:lnTo>
                  <a:pt x="17174" y="490"/>
                </a:lnTo>
                <a:lnTo>
                  <a:pt x="17181" y="489"/>
                </a:lnTo>
                <a:lnTo>
                  <a:pt x="17189" y="489"/>
                </a:lnTo>
                <a:lnTo>
                  <a:pt x="17197" y="489"/>
                </a:lnTo>
                <a:lnTo>
                  <a:pt x="17204" y="489"/>
                </a:lnTo>
                <a:cubicBezTo>
                  <a:pt x="17358" y="489"/>
                  <a:pt x="17551" y="576"/>
                  <a:pt x="17612" y="625"/>
                </a:cubicBezTo>
                <a:cubicBezTo>
                  <a:pt x="17743" y="427"/>
                  <a:pt x="18079" y="297"/>
                  <a:pt x="18260" y="300"/>
                </a:cubicBezTo>
                <a:lnTo>
                  <a:pt x="18270" y="300"/>
                </a:lnTo>
                <a:lnTo>
                  <a:pt x="18281" y="300"/>
                </a:lnTo>
                <a:lnTo>
                  <a:pt x="18292" y="300"/>
                </a:lnTo>
                <a:lnTo>
                  <a:pt x="18307" y="299"/>
                </a:lnTo>
                <a:lnTo>
                  <a:pt x="18322" y="299"/>
                </a:lnTo>
                <a:lnTo>
                  <a:pt x="18337" y="299"/>
                </a:lnTo>
                <a:cubicBezTo>
                  <a:pt x="18643" y="291"/>
                  <a:pt x="18968" y="572"/>
                  <a:pt x="19037" y="717"/>
                </a:cubicBezTo>
                <a:cubicBezTo>
                  <a:pt x="19070" y="688"/>
                  <a:pt x="19149" y="648"/>
                  <a:pt x="19184" y="634"/>
                </a:cubicBezTo>
                <a:lnTo>
                  <a:pt x="19184" y="1532"/>
                </a:lnTo>
                <a:lnTo>
                  <a:pt x="0" y="1532"/>
                </a:lnTo>
                <a:lnTo>
                  <a:pt x="0" y="196"/>
                </a:lnTo>
                <a:close/>
              </a:path>
            </a:pathLst>
          </a:custGeom>
          <a:solidFill>
            <a:schemeClr val="bg1"/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9" name="任意多边形: 形状 192"/>
          <p:cNvSpPr>
            <a:spLocks noGrp="1"/>
          </p:cNvSpPr>
          <p:nvPr/>
        </p:nvSpPr>
        <p:spPr>
          <a:xfrm flipH="1">
            <a:off x="8686224" y="1582303"/>
            <a:ext cx="1462682" cy="182425"/>
          </a:xfrm>
          <a:custGeom>
            <a:avLst/>
            <a:gdLst>
              <a:gd name="connsiteX0" fmla="*/ 5127096 w 5230266"/>
              <a:gd name="connsiteY0" fmla="*/ 1244565 h 1450905"/>
              <a:gd name="connsiteX1" fmla="*/ 5023926 w 5230266"/>
              <a:gd name="connsiteY1" fmla="*/ 1347735 h 1450905"/>
              <a:gd name="connsiteX2" fmla="*/ 5127096 w 5230266"/>
              <a:gd name="connsiteY2" fmla="*/ 1450905 h 1450905"/>
              <a:gd name="connsiteX3" fmla="*/ 5230266 w 5230266"/>
              <a:gd name="connsiteY3" fmla="*/ 1347735 h 1450905"/>
              <a:gd name="connsiteX4" fmla="*/ 5127096 w 5230266"/>
              <a:gd name="connsiteY4" fmla="*/ 1244565 h 1450905"/>
              <a:gd name="connsiteX5" fmla="*/ 4568882 w 5230266"/>
              <a:gd name="connsiteY5" fmla="*/ 1239378 h 1450905"/>
              <a:gd name="connsiteX6" fmla="*/ 4465712 w 5230266"/>
              <a:gd name="connsiteY6" fmla="*/ 1342548 h 1450905"/>
              <a:gd name="connsiteX7" fmla="*/ 4568882 w 5230266"/>
              <a:gd name="connsiteY7" fmla="*/ 1445718 h 1450905"/>
              <a:gd name="connsiteX8" fmla="*/ 4672052 w 5230266"/>
              <a:gd name="connsiteY8" fmla="*/ 1342548 h 1450905"/>
              <a:gd name="connsiteX9" fmla="*/ 4568882 w 5230266"/>
              <a:gd name="connsiteY9" fmla="*/ 1239378 h 1450905"/>
              <a:gd name="connsiteX10" fmla="*/ 4010668 w 5230266"/>
              <a:gd name="connsiteY10" fmla="*/ 1234191 h 1450905"/>
              <a:gd name="connsiteX11" fmla="*/ 3907498 w 5230266"/>
              <a:gd name="connsiteY11" fmla="*/ 1337361 h 1450905"/>
              <a:gd name="connsiteX12" fmla="*/ 4010668 w 5230266"/>
              <a:gd name="connsiteY12" fmla="*/ 1440531 h 1450905"/>
              <a:gd name="connsiteX13" fmla="*/ 4113838 w 5230266"/>
              <a:gd name="connsiteY13" fmla="*/ 1337361 h 1450905"/>
              <a:gd name="connsiteX14" fmla="*/ 4010668 w 5230266"/>
              <a:gd name="connsiteY14" fmla="*/ 1234191 h 1450905"/>
              <a:gd name="connsiteX15" fmla="*/ 3452454 w 5230266"/>
              <a:gd name="connsiteY15" fmla="*/ 1229004 h 1450905"/>
              <a:gd name="connsiteX16" fmla="*/ 3349284 w 5230266"/>
              <a:gd name="connsiteY16" fmla="*/ 1332174 h 1450905"/>
              <a:gd name="connsiteX17" fmla="*/ 3452454 w 5230266"/>
              <a:gd name="connsiteY17" fmla="*/ 1435344 h 1450905"/>
              <a:gd name="connsiteX18" fmla="*/ 3555624 w 5230266"/>
              <a:gd name="connsiteY18" fmla="*/ 1332174 h 1450905"/>
              <a:gd name="connsiteX19" fmla="*/ 3452454 w 5230266"/>
              <a:gd name="connsiteY19" fmla="*/ 1229004 h 1450905"/>
              <a:gd name="connsiteX20" fmla="*/ 2894240 w 5230266"/>
              <a:gd name="connsiteY20" fmla="*/ 1223817 h 1450905"/>
              <a:gd name="connsiteX21" fmla="*/ 2791070 w 5230266"/>
              <a:gd name="connsiteY21" fmla="*/ 1326987 h 1450905"/>
              <a:gd name="connsiteX22" fmla="*/ 2894240 w 5230266"/>
              <a:gd name="connsiteY22" fmla="*/ 1430157 h 1450905"/>
              <a:gd name="connsiteX23" fmla="*/ 2997410 w 5230266"/>
              <a:gd name="connsiteY23" fmla="*/ 1326987 h 1450905"/>
              <a:gd name="connsiteX24" fmla="*/ 2894240 w 5230266"/>
              <a:gd name="connsiteY24" fmla="*/ 1223817 h 1450905"/>
              <a:gd name="connsiteX25" fmla="*/ 2336026 w 5230266"/>
              <a:gd name="connsiteY25" fmla="*/ 1218630 h 1450905"/>
              <a:gd name="connsiteX26" fmla="*/ 2232856 w 5230266"/>
              <a:gd name="connsiteY26" fmla="*/ 1321800 h 1450905"/>
              <a:gd name="connsiteX27" fmla="*/ 2336026 w 5230266"/>
              <a:gd name="connsiteY27" fmla="*/ 1424970 h 1450905"/>
              <a:gd name="connsiteX28" fmla="*/ 2439196 w 5230266"/>
              <a:gd name="connsiteY28" fmla="*/ 1321800 h 1450905"/>
              <a:gd name="connsiteX29" fmla="*/ 2336026 w 5230266"/>
              <a:gd name="connsiteY29" fmla="*/ 1218630 h 1450905"/>
              <a:gd name="connsiteX30" fmla="*/ 1777812 w 5230266"/>
              <a:gd name="connsiteY30" fmla="*/ 1213443 h 1450905"/>
              <a:gd name="connsiteX31" fmla="*/ 1674642 w 5230266"/>
              <a:gd name="connsiteY31" fmla="*/ 1316613 h 1450905"/>
              <a:gd name="connsiteX32" fmla="*/ 1777812 w 5230266"/>
              <a:gd name="connsiteY32" fmla="*/ 1419783 h 1450905"/>
              <a:gd name="connsiteX33" fmla="*/ 1880982 w 5230266"/>
              <a:gd name="connsiteY33" fmla="*/ 1316613 h 1450905"/>
              <a:gd name="connsiteX34" fmla="*/ 1777812 w 5230266"/>
              <a:gd name="connsiteY34" fmla="*/ 1213443 h 1450905"/>
              <a:gd name="connsiteX35" fmla="*/ 1219598 w 5230266"/>
              <a:gd name="connsiteY35" fmla="*/ 1208256 h 1450905"/>
              <a:gd name="connsiteX36" fmla="*/ 1116428 w 5230266"/>
              <a:gd name="connsiteY36" fmla="*/ 1311426 h 1450905"/>
              <a:gd name="connsiteX37" fmla="*/ 1219598 w 5230266"/>
              <a:gd name="connsiteY37" fmla="*/ 1414596 h 1450905"/>
              <a:gd name="connsiteX38" fmla="*/ 1322768 w 5230266"/>
              <a:gd name="connsiteY38" fmla="*/ 1311426 h 1450905"/>
              <a:gd name="connsiteX39" fmla="*/ 1219598 w 5230266"/>
              <a:gd name="connsiteY39" fmla="*/ 1208256 h 1450905"/>
              <a:gd name="connsiteX40" fmla="*/ 661384 w 5230266"/>
              <a:gd name="connsiteY40" fmla="*/ 1203069 h 1450905"/>
              <a:gd name="connsiteX41" fmla="*/ 558214 w 5230266"/>
              <a:gd name="connsiteY41" fmla="*/ 1306239 h 1450905"/>
              <a:gd name="connsiteX42" fmla="*/ 661384 w 5230266"/>
              <a:gd name="connsiteY42" fmla="*/ 1409409 h 1450905"/>
              <a:gd name="connsiteX43" fmla="*/ 764554 w 5230266"/>
              <a:gd name="connsiteY43" fmla="*/ 1306239 h 1450905"/>
              <a:gd name="connsiteX44" fmla="*/ 661384 w 5230266"/>
              <a:gd name="connsiteY44" fmla="*/ 1203069 h 1450905"/>
              <a:gd name="connsiteX45" fmla="*/ 103170 w 5230266"/>
              <a:gd name="connsiteY45" fmla="*/ 1197882 h 1450905"/>
              <a:gd name="connsiteX46" fmla="*/ 0 w 5230266"/>
              <a:gd name="connsiteY46" fmla="*/ 1301052 h 1450905"/>
              <a:gd name="connsiteX47" fmla="*/ 103170 w 5230266"/>
              <a:gd name="connsiteY47" fmla="*/ 1404222 h 1450905"/>
              <a:gd name="connsiteX48" fmla="*/ 206340 w 5230266"/>
              <a:gd name="connsiteY48" fmla="*/ 1301052 h 1450905"/>
              <a:gd name="connsiteX49" fmla="*/ 103170 w 5230266"/>
              <a:gd name="connsiteY49" fmla="*/ 1197882 h 1450905"/>
              <a:gd name="connsiteX50" fmla="*/ 5127096 w 5230266"/>
              <a:gd name="connsiteY50" fmla="*/ 845271 h 1450905"/>
              <a:gd name="connsiteX51" fmla="*/ 5023926 w 5230266"/>
              <a:gd name="connsiteY51" fmla="*/ 948441 h 1450905"/>
              <a:gd name="connsiteX52" fmla="*/ 5127096 w 5230266"/>
              <a:gd name="connsiteY52" fmla="*/ 1051611 h 1450905"/>
              <a:gd name="connsiteX53" fmla="*/ 5230266 w 5230266"/>
              <a:gd name="connsiteY53" fmla="*/ 948441 h 1450905"/>
              <a:gd name="connsiteX54" fmla="*/ 5127096 w 5230266"/>
              <a:gd name="connsiteY54" fmla="*/ 845271 h 1450905"/>
              <a:gd name="connsiteX55" fmla="*/ 4568882 w 5230266"/>
              <a:gd name="connsiteY55" fmla="*/ 840084 h 1450905"/>
              <a:gd name="connsiteX56" fmla="*/ 4465712 w 5230266"/>
              <a:gd name="connsiteY56" fmla="*/ 943254 h 1450905"/>
              <a:gd name="connsiteX57" fmla="*/ 4568882 w 5230266"/>
              <a:gd name="connsiteY57" fmla="*/ 1046424 h 1450905"/>
              <a:gd name="connsiteX58" fmla="*/ 4672052 w 5230266"/>
              <a:gd name="connsiteY58" fmla="*/ 943254 h 1450905"/>
              <a:gd name="connsiteX59" fmla="*/ 4568882 w 5230266"/>
              <a:gd name="connsiteY59" fmla="*/ 840084 h 1450905"/>
              <a:gd name="connsiteX60" fmla="*/ 4010668 w 5230266"/>
              <a:gd name="connsiteY60" fmla="*/ 834897 h 1450905"/>
              <a:gd name="connsiteX61" fmla="*/ 3907498 w 5230266"/>
              <a:gd name="connsiteY61" fmla="*/ 938067 h 1450905"/>
              <a:gd name="connsiteX62" fmla="*/ 4010668 w 5230266"/>
              <a:gd name="connsiteY62" fmla="*/ 1041237 h 1450905"/>
              <a:gd name="connsiteX63" fmla="*/ 4113838 w 5230266"/>
              <a:gd name="connsiteY63" fmla="*/ 938067 h 1450905"/>
              <a:gd name="connsiteX64" fmla="*/ 4010668 w 5230266"/>
              <a:gd name="connsiteY64" fmla="*/ 834897 h 1450905"/>
              <a:gd name="connsiteX65" fmla="*/ 3452454 w 5230266"/>
              <a:gd name="connsiteY65" fmla="*/ 829710 h 1450905"/>
              <a:gd name="connsiteX66" fmla="*/ 3349284 w 5230266"/>
              <a:gd name="connsiteY66" fmla="*/ 932880 h 1450905"/>
              <a:gd name="connsiteX67" fmla="*/ 3452454 w 5230266"/>
              <a:gd name="connsiteY67" fmla="*/ 1036050 h 1450905"/>
              <a:gd name="connsiteX68" fmla="*/ 3555624 w 5230266"/>
              <a:gd name="connsiteY68" fmla="*/ 932880 h 1450905"/>
              <a:gd name="connsiteX69" fmla="*/ 3452454 w 5230266"/>
              <a:gd name="connsiteY69" fmla="*/ 829710 h 1450905"/>
              <a:gd name="connsiteX70" fmla="*/ 2894240 w 5230266"/>
              <a:gd name="connsiteY70" fmla="*/ 824523 h 1450905"/>
              <a:gd name="connsiteX71" fmla="*/ 2791070 w 5230266"/>
              <a:gd name="connsiteY71" fmla="*/ 927693 h 1450905"/>
              <a:gd name="connsiteX72" fmla="*/ 2894240 w 5230266"/>
              <a:gd name="connsiteY72" fmla="*/ 1030863 h 1450905"/>
              <a:gd name="connsiteX73" fmla="*/ 2997410 w 5230266"/>
              <a:gd name="connsiteY73" fmla="*/ 927693 h 1450905"/>
              <a:gd name="connsiteX74" fmla="*/ 2894240 w 5230266"/>
              <a:gd name="connsiteY74" fmla="*/ 824523 h 1450905"/>
              <a:gd name="connsiteX75" fmla="*/ 2336026 w 5230266"/>
              <a:gd name="connsiteY75" fmla="*/ 819336 h 1450905"/>
              <a:gd name="connsiteX76" fmla="*/ 2232856 w 5230266"/>
              <a:gd name="connsiteY76" fmla="*/ 922506 h 1450905"/>
              <a:gd name="connsiteX77" fmla="*/ 2336026 w 5230266"/>
              <a:gd name="connsiteY77" fmla="*/ 1025676 h 1450905"/>
              <a:gd name="connsiteX78" fmla="*/ 2439196 w 5230266"/>
              <a:gd name="connsiteY78" fmla="*/ 922506 h 1450905"/>
              <a:gd name="connsiteX79" fmla="*/ 2336026 w 5230266"/>
              <a:gd name="connsiteY79" fmla="*/ 819336 h 1450905"/>
              <a:gd name="connsiteX80" fmla="*/ 1777812 w 5230266"/>
              <a:gd name="connsiteY80" fmla="*/ 814149 h 1450905"/>
              <a:gd name="connsiteX81" fmla="*/ 1674642 w 5230266"/>
              <a:gd name="connsiteY81" fmla="*/ 917319 h 1450905"/>
              <a:gd name="connsiteX82" fmla="*/ 1777812 w 5230266"/>
              <a:gd name="connsiteY82" fmla="*/ 1020489 h 1450905"/>
              <a:gd name="connsiteX83" fmla="*/ 1880982 w 5230266"/>
              <a:gd name="connsiteY83" fmla="*/ 917319 h 1450905"/>
              <a:gd name="connsiteX84" fmla="*/ 1777812 w 5230266"/>
              <a:gd name="connsiteY84" fmla="*/ 814149 h 1450905"/>
              <a:gd name="connsiteX85" fmla="*/ 1219598 w 5230266"/>
              <a:gd name="connsiteY85" fmla="*/ 808962 h 1450905"/>
              <a:gd name="connsiteX86" fmla="*/ 1116428 w 5230266"/>
              <a:gd name="connsiteY86" fmla="*/ 912132 h 1450905"/>
              <a:gd name="connsiteX87" fmla="*/ 1219598 w 5230266"/>
              <a:gd name="connsiteY87" fmla="*/ 1015302 h 1450905"/>
              <a:gd name="connsiteX88" fmla="*/ 1322768 w 5230266"/>
              <a:gd name="connsiteY88" fmla="*/ 912132 h 1450905"/>
              <a:gd name="connsiteX89" fmla="*/ 1219598 w 5230266"/>
              <a:gd name="connsiteY89" fmla="*/ 808962 h 1450905"/>
              <a:gd name="connsiteX90" fmla="*/ 661384 w 5230266"/>
              <a:gd name="connsiteY90" fmla="*/ 803775 h 1450905"/>
              <a:gd name="connsiteX91" fmla="*/ 558214 w 5230266"/>
              <a:gd name="connsiteY91" fmla="*/ 906945 h 1450905"/>
              <a:gd name="connsiteX92" fmla="*/ 661384 w 5230266"/>
              <a:gd name="connsiteY92" fmla="*/ 1010115 h 1450905"/>
              <a:gd name="connsiteX93" fmla="*/ 764554 w 5230266"/>
              <a:gd name="connsiteY93" fmla="*/ 906945 h 1450905"/>
              <a:gd name="connsiteX94" fmla="*/ 661384 w 5230266"/>
              <a:gd name="connsiteY94" fmla="*/ 803775 h 1450905"/>
              <a:gd name="connsiteX95" fmla="*/ 103170 w 5230266"/>
              <a:gd name="connsiteY95" fmla="*/ 798588 h 1450905"/>
              <a:gd name="connsiteX96" fmla="*/ 0 w 5230266"/>
              <a:gd name="connsiteY96" fmla="*/ 901758 h 1450905"/>
              <a:gd name="connsiteX97" fmla="*/ 103170 w 5230266"/>
              <a:gd name="connsiteY97" fmla="*/ 1004928 h 1450905"/>
              <a:gd name="connsiteX98" fmla="*/ 206340 w 5230266"/>
              <a:gd name="connsiteY98" fmla="*/ 901758 h 1450905"/>
              <a:gd name="connsiteX99" fmla="*/ 103170 w 5230266"/>
              <a:gd name="connsiteY99" fmla="*/ 798588 h 1450905"/>
              <a:gd name="connsiteX100" fmla="*/ 5127096 w 5230266"/>
              <a:gd name="connsiteY100" fmla="*/ 445977 h 1450905"/>
              <a:gd name="connsiteX101" fmla="*/ 5023926 w 5230266"/>
              <a:gd name="connsiteY101" fmla="*/ 549147 h 1450905"/>
              <a:gd name="connsiteX102" fmla="*/ 5127096 w 5230266"/>
              <a:gd name="connsiteY102" fmla="*/ 652317 h 1450905"/>
              <a:gd name="connsiteX103" fmla="*/ 5230266 w 5230266"/>
              <a:gd name="connsiteY103" fmla="*/ 549147 h 1450905"/>
              <a:gd name="connsiteX104" fmla="*/ 5127096 w 5230266"/>
              <a:gd name="connsiteY104" fmla="*/ 445977 h 1450905"/>
              <a:gd name="connsiteX105" fmla="*/ 4568882 w 5230266"/>
              <a:gd name="connsiteY105" fmla="*/ 440790 h 1450905"/>
              <a:gd name="connsiteX106" fmla="*/ 4465712 w 5230266"/>
              <a:gd name="connsiteY106" fmla="*/ 543960 h 1450905"/>
              <a:gd name="connsiteX107" fmla="*/ 4568882 w 5230266"/>
              <a:gd name="connsiteY107" fmla="*/ 647130 h 1450905"/>
              <a:gd name="connsiteX108" fmla="*/ 4672052 w 5230266"/>
              <a:gd name="connsiteY108" fmla="*/ 543960 h 1450905"/>
              <a:gd name="connsiteX109" fmla="*/ 4568882 w 5230266"/>
              <a:gd name="connsiteY109" fmla="*/ 440790 h 1450905"/>
              <a:gd name="connsiteX110" fmla="*/ 4010668 w 5230266"/>
              <a:gd name="connsiteY110" fmla="*/ 435603 h 1450905"/>
              <a:gd name="connsiteX111" fmla="*/ 3907498 w 5230266"/>
              <a:gd name="connsiteY111" fmla="*/ 538773 h 1450905"/>
              <a:gd name="connsiteX112" fmla="*/ 4010668 w 5230266"/>
              <a:gd name="connsiteY112" fmla="*/ 641943 h 1450905"/>
              <a:gd name="connsiteX113" fmla="*/ 4113838 w 5230266"/>
              <a:gd name="connsiteY113" fmla="*/ 538773 h 1450905"/>
              <a:gd name="connsiteX114" fmla="*/ 4010668 w 5230266"/>
              <a:gd name="connsiteY114" fmla="*/ 435603 h 1450905"/>
              <a:gd name="connsiteX115" fmla="*/ 3452454 w 5230266"/>
              <a:gd name="connsiteY115" fmla="*/ 430416 h 1450905"/>
              <a:gd name="connsiteX116" fmla="*/ 3349284 w 5230266"/>
              <a:gd name="connsiteY116" fmla="*/ 533586 h 1450905"/>
              <a:gd name="connsiteX117" fmla="*/ 3452454 w 5230266"/>
              <a:gd name="connsiteY117" fmla="*/ 636756 h 1450905"/>
              <a:gd name="connsiteX118" fmla="*/ 3555624 w 5230266"/>
              <a:gd name="connsiteY118" fmla="*/ 533586 h 1450905"/>
              <a:gd name="connsiteX119" fmla="*/ 3452454 w 5230266"/>
              <a:gd name="connsiteY119" fmla="*/ 430416 h 1450905"/>
              <a:gd name="connsiteX120" fmla="*/ 2894240 w 5230266"/>
              <a:gd name="connsiteY120" fmla="*/ 425229 h 1450905"/>
              <a:gd name="connsiteX121" fmla="*/ 2791070 w 5230266"/>
              <a:gd name="connsiteY121" fmla="*/ 528399 h 1450905"/>
              <a:gd name="connsiteX122" fmla="*/ 2894240 w 5230266"/>
              <a:gd name="connsiteY122" fmla="*/ 631569 h 1450905"/>
              <a:gd name="connsiteX123" fmla="*/ 2997410 w 5230266"/>
              <a:gd name="connsiteY123" fmla="*/ 528399 h 1450905"/>
              <a:gd name="connsiteX124" fmla="*/ 2894240 w 5230266"/>
              <a:gd name="connsiteY124" fmla="*/ 425229 h 1450905"/>
              <a:gd name="connsiteX125" fmla="*/ 2336026 w 5230266"/>
              <a:gd name="connsiteY125" fmla="*/ 420042 h 1450905"/>
              <a:gd name="connsiteX126" fmla="*/ 2232856 w 5230266"/>
              <a:gd name="connsiteY126" fmla="*/ 523212 h 1450905"/>
              <a:gd name="connsiteX127" fmla="*/ 2336026 w 5230266"/>
              <a:gd name="connsiteY127" fmla="*/ 626382 h 1450905"/>
              <a:gd name="connsiteX128" fmla="*/ 2439196 w 5230266"/>
              <a:gd name="connsiteY128" fmla="*/ 523212 h 1450905"/>
              <a:gd name="connsiteX129" fmla="*/ 2336026 w 5230266"/>
              <a:gd name="connsiteY129" fmla="*/ 420042 h 1450905"/>
              <a:gd name="connsiteX130" fmla="*/ 1777812 w 5230266"/>
              <a:gd name="connsiteY130" fmla="*/ 414855 h 1450905"/>
              <a:gd name="connsiteX131" fmla="*/ 1674642 w 5230266"/>
              <a:gd name="connsiteY131" fmla="*/ 518025 h 1450905"/>
              <a:gd name="connsiteX132" fmla="*/ 1777812 w 5230266"/>
              <a:gd name="connsiteY132" fmla="*/ 621195 h 1450905"/>
              <a:gd name="connsiteX133" fmla="*/ 1880982 w 5230266"/>
              <a:gd name="connsiteY133" fmla="*/ 518025 h 1450905"/>
              <a:gd name="connsiteX134" fmla="*/ 1777812 w 5230266"/>
              <a:gd name="connsiteY134" fmla="*/ 414855 h 1450905"/>
              <a:gd name="connsiteX135" fmla="*/ 1219598 w 5230266"/>
              <a:gd name="connsiteY135" fmla="*/ 409668 h 1450905"/>
              <a:gd name="connsiteX136" fmla="*/ 1116428 w 5230266"/>
              <a:gd name="connsiteY136" fmla="*/ 512838 h 1450905"/>
              <a:gd name="connsiteX137" fmla="*/ 1219598 w 5230266"/>
              <a:gd name="connsiteY137" fmla="*/ 616008 h 1450905"/>
              <a:gd name="connsiteX138" fmla="*/ 1322768 w 5230266"/>
              <a:gd name="connsiteY138" fmla="*/ 512838 h 1450905"/>
              <a:gd name="connsiteX139" fmla="*/ 1219598 w 5230266"/>
              <a:gd name="connsiteY139" fmla="*/ 409668 h 1450905"/>
              <a:gd name="connsiteX140" fmla="*/ 661384 w 5230266"/>
              <a:gd name="connsiteY140" fmla="*/ 404481 h 1450905"/>
              <a:gd name="connsiteX141" fmla="*/ 558214 w 5230266"/>
              <a:gd name="connsiteY141" fmla="*/ 507651 h 1450905"/>
              <a:gd name="connsiteX142" fmla="*/ 661384 w 5230266"/>
              <a:gd name="connsiteY142" fmla="*/ 610821 h 1450905"/>
              <a:gd name="connsiteX143" fmla="*/ 764554 w 5230266"/>
              <a:gd name="connsiteY143" fmla="*/ 507651 h 1450905"/>
              <a:gd name="connsiteX144" fmla="*/ 661384 w 5230266"/>
              <a:gd name="connsiteY144" fmla="*/ 404481 h 1450905"/>
              <a:gd name="connsiteX145" fmla="*/ 103170 w 5230266"/>
              <a:gd name="connsiteY145" fmla="*/ 399294 h 1450905"/>
              <a:gd name="connsiteX146" fmla="*/ 0 w 5230266"/>
              <a:gd name="connsiteY146" fmla="*/ 502464 h 1450905"/>
              <a:gd name="connsiteX147" fmla="*/ 103170 w 5230266"/>
              <a:gd name="connsiteY147" fmla="*/ 605634 h 1450905"/>
              <a:gd name="connsiteX148" fmla="*/ 206340 w 5230266"/>
              <a:gd name="connsiteY148" fmla="*/ 502464 h 1450905"/>
              <a:gd name="connsiteX149" fmla="*/ 103170 w 5230266"/>
              <a:gd name="connsiteY149" fmla="*/ 399294 h 1450905"/>
              <a:gd name="connsiteX150" fmla="*/ 5127096 w 5230266"/>
              <a:gd name="connsiteY150" fmla="*/ 46683 h 1450905"/>
              <a:gd name="connsiteX151" fmla="*/ 5023926 w 5230266"/>
              <a:gd name="connsiteY151" fmla="*/ 149853 h 1450905"/>
              <a:gd name="connsiteX152" fmla="*/ 5127096 w 5230266"/>
              <a:gd name="connsiteY152" fmla="*/ 253023 h 1450905"/>
              <a:gd name="connsiteX153" fmla="*/ 5230266 w 5230266"/>
              <a:gd name="connsiteY153" fmla="*/ 149853 h 1450905"/>
              <a:gd name="connsiteX154" fmla="*/ 5127096 w 5230266"/>
              <a:gd name="connsiteY154" fmla="*/ 46683 h 1450905"/>
              <a:gd name="connsiteX155" fmla="*/ 4568882 w 5230266"/>
              <a:gd name="connsiteY155" fmla="*/ 41496 h 1450905"/>
              <a:gd name="connsiteX156" fmla="*/ 4465712 w 5230266"/>
              <a:gd name="connsiteY156" fmla="*/ 144666 h 1450905"/>
              <a:gd name="connsiteX157" fmla="*/ 4568882 w 5230266"/>
              <a:gd name="connsiteY157" fmla="*/ 247836 h 1450905"/>
              <a:gd name="connsiteX158" fmla="*/ 4672052 w 5230266"/>
              <a:gd name="connsiteY158" fmla="*/ 144666 h 1450905"/>
              <a:gd name="connsiteX159" fmla="*/ 4568882 w 5230266"/>
              <a:gd name="connsiteY159" fmla="*/ 41496 h 1450905"/>
              <a:gd name="connsiteX160" fmla="*/ 4010668 w 5230266"/>
              <a:gd name="connsiteY160" fmla="*/ 36309 h 1450905"/>
              <a:gd name="connsiteX161" fmla="*/ 3907498 w 5230266"/>
              <a:gd name="connsiteY161" fmla="*/ 139479 h 1450905"/>
              <a:gd name="connsiteX162" fmla="*/ 4010668 w 5230266"/>
              <a:gd name="connsiteY162" fmla="*/ 242649 h 1450905"/>
              <a:gd name="connsiteX163" fmla="*/ 4113838 w 5230266"/>
              <a:gd name="connsiteY163" fmla="*/ 139479 h 1450905"/>
              <a:gd name="connsiteX164" fmla="*/ 4010668 w 5230266"/>
              <a:gd name="connsiteY164" fmla="*/ 36309 h 1450905"/>
              <a:gd name="connsiteX165" fmla="*/ 3452454 w 5230266"/>
              <a:gd name="connsiteY165" fmla="*/ 31122 h 1450905"/>
              <a:gd name="connsiteX166" fmla="*/ 3349284 w 5230266"/>
              <a:gd name="connsiteY166" fmla="*/ 134292 h 1450905"/>
              <a:gd name="connsiteX167" fmla="*/ 3452454 w 5230266"/>
              <a:gd name="connsiteY167" fmla="*/ 237462 h 1450905"/>
              <a:gd name="connsiteX168" fmla="*/ 3555624 w 5230266"/>
              <a:gd name="connsiteY168" fmla="*/ 134292 h 1450905"/>
              <a:gd name="connsiteX169" fmla="*/ 3452454 w 5230266"/>
              <a:gd name="connsiteY169" fmla="*/ 31122 h 1450905"/>
              <a:gd name="connsiteX170" fmla="*/ 2894240 w 5230266"/>
              <a:gd name="connsiteY170" fmla="*/ 25935 h 1450905"/>
              <a:gd name="connsiteX171" fmla="*/ 2791070 w 5230266"/>
              <a:gd name="connsiteY171" fmla="*/ 129105 h 1450905"/>
              <a:gd name="connsiteX172" fmla="*/ 2894240 w 5230266"/>
              <a:gd name="connsiteY172" fmla="*/ 232275 h 1450905"/>
              <a:gd name="connsiteX173" fmla="*/ 2997410 w 5230266"/>
              <a:gd name="connsiteY173" fmla="*/ 129105 h 1450905"/>
              <a:gd name="connsiteX174" fmla="*/ 2894240 w 5230266"/>
              <a:gd name="connsiteY174" fmla="*/ 25935 h 1450905"/>
              <a:gd name="connsiteX175" fmla="*/ 2336026 w 5230266"/>
              <a:gd name="connsiteY175" fmla="*/ 20748 h 1450905"/>
              <a:gd name="connsiteX176" fmla="*/ 2232856 w 5230266"/>
              <a:gd name="connsiteY176" fmla="*/ 123918 h 1450905"/>
              <a:gd name="connsiteX177" fmla="*/ 2336026 w 5230266"/>
              <a:gd name="connsiteY177" fmla="*/ 227088 h 1450905"/>
              <a:gd name="connsiteX178" fmla="*/ 2439196 w 5230266"/>
              <a:gd name="connsiteY178" fmla="*/ 123918 h 1450905"/>
              <a:gd name="connsiteX179" fmla="*/ 2336026 w 5230266"/>
              <a:gd name="connsiteY179" fmla="*/ 20748 h 1450905"/>
              <a:gd name="connsiteX180" fmla="*/ 1777812 w 5230266"/>
              <a:gd name="connsiteY180" fmla="*/ 15561 h 1450905"/>
              <a:gd name="connsiteX181" fmla="*/ 1674642 w 5230266"/>
              <a:gd name="connsiteY181" fmla="*/ 118731 h 1450905"/>
              <a:gd name="connsiteX182" fmla="*/ 1777812 w 5230266"/>
              <a:gd name="connsiteY182" fmla="*/ 221901 h 1450905"/>
              <a:gd name="connsiteX183" fmla="*/ 1880982 w 5230266"/>
              <a:gd name="connsiteY183" fmla="*/ 118731 h 1450905"/>
              <a:gd name="connsiteX184" fmla="*/ 1777812 w 5230266"/>
              <a:gd name="connsiteY184" fmla="*/ 15561 h 1450905"/>
              <a:gd name="connsiteX185" fmla="*/ 1219598 w 5230266"/>
              <a:gd name="connsiteY185" fmla="*/ 10374 h 1450905"/>
              <a:gd name="connsiteX186" fmla="*/ 1116428 w 5230266"/>
              <a:gd name="connsiteY186" fmla="*/ 113544 h 1450905"/>
              <a:gd name="connsiteX187" fmla="*/ 1219598 w 5230266"/>
              <a:gd name="connsiteY187" fmla="*/ 216714 h 1450905"/>
              <a:gd name="connsiteX188" fmla="*/ 1322768 w 5230266"/>
              <a:gd name="connsiteY188" fmla="*/ 113544 h 1450905"/>
              <a:gd name="connsiteX189" fmla="*/ 1219598 w 5230266"/>
              <a:gd name="connsiteY189" fmla="*/ 10374 h 1450905"/>
              <a:gd name="connsiteX190" fmla="*/ 661384 w 5230266"/>
              <a:gd name="connsiteY190" fmla="*/ 5187 h 1450905"/>
              <a:gd name="connsiteX191" fmla="*/ 558214 w 5230266"/>
              <a:gd name="connsiteY191" fmla="*/ 108357 h 1450905"/>
              <a:gd name="connsiteX192" fmla="*/ 661384 w 5230266"/>
              <a:gd name="connsiteY192" fmla="*/ 211527 h 1450905"/>
              <a:gd name="connsiteX193" fmla="*/ 764554 w 5230266"/>
              <a:gd name="connsiteY193" fmla="*/ 108357 h 1450905"/>
              <a:gd name="connsiteX194" fmla="*/ 661384 w 5230266"/>
              <a:gd name="connsiteY194" fmla="*/ 5187 h 1450905"/>
              <a:gd name="connsiteX195" fmla="*/ 103170 w 5230266"/>
              <a:gd name="connsiteY195" fmla="*/ 0 h 1450905"/>
              <a:gd name="connsiteX196" fmla="*/ 0 w 5230266"/>
              <a:gd name="connsiteY196" fmla="*/ 103170 h 1450905"/>
              <a:gd name="connsiteX197" fmla="*/ 103170 w 5230266"/>
              <a:gd name="connsiteY197" fmla="*/ 206340 h 1450905"/>
              <a:gd name="connsiteX198" fmla="*/ 206340 w 5230266"/>
              <a:gd name="connsiteY198" fmla="*/ 103170 h 1450905"/>
              <a:gd name="connsiteX199" fmla="*/ 103170 w 5230266"/>
              <a:gd name="connsiteY199" fmla="*/ 0 h 1450905"/>
            </a:gdLst>
            <a:ahLst/>
            <a:cxnLst/>
            <a:rect l="l" t="t" r="r" b="b"/>
            <a:pathLst>
              <a:path w="2304" h="287">
                <a:moveTo>
                  <a:pt x="2258" y="196"/>
                </a:moveTo>
                <a:cubicBezTo>
                  <a:pt x="2232" y="195"/>
                  <a:pt x="2212" y="220"/>
                  <a:pt x="2213" y="242"/>
                </a:cubicBezTo>
                <a:cubicBezTo>
                  <a:pt x="2212" y="268"/>
                  <a:pt x="2236" y="288"/>
                  <a:pt x="2258" y="287"/>
                </a:cubicBezTo>
                <a:cubicBezTo>
                  <a:pt x="2284" y="288"/>
                  <a:pt x="2304" y="264"/>
                  <a:pt x="2303" y="242"/>
                </a:cubicBezTo>
                <a:cubicBezTo>
                  <a:pt x="2304" y="216"/>
                  <a:pt x="2280" y="196"/>
                  <a:pt x="2258" y="196"/>
                </a:cubicBezTo>
                <a:close/>
                <a:moveTo>
                  <a:pt x="2012" y="194"/>
                </a:moveTo>
                <a:cubicBezTo>
                  <a:pt x="1987" y="193"/>
                  <a:pt x="1966" y="218"/>
                  <a:pt x="1967" y="240"/>
                </a:cubicBezTo>
                <a:cubicBezTo>
                  <a:pt x="1966" y="265"/>
                  <a:pt x="1990" y="286"/>
                  <a:pt x="2012" y="285"/>
                </a:cubicBezTo>
                <a:cubicBezTo>
                  <a:pt x="2038" y="286"/>
                  <a:pt x="2058" y="262"/>
                  <a:pt x="2058" y="240"/>
                </a:cubicBezTo>
                <a:cubicBezTo>
                  <a:pt x="2059" y="214"/>
                  <a:pt x="2034" y="193"/>
                  <a:pt x="2012" y="194"/>
                </a:cubicBezTo>
                <a:close/>
                <a:moveTo>
                  <a:pt x="1766" y="192"/>
                </a:moveTo>
                <a:cubicBezTo>
                  <a:pt x="1741" y="191"/>
                  <a:pt x="1720" y="215"/>
                  <a:pt x="1721" y="237"/>
                </a:cubicBezTo>
                <a:cubicBezTo>
                  <a:pt x="1720" y="263"/>
                  <a:pt x="1744" y="284"/>
                  <a:pt x="1766" y="283"/>
                </a:cubicBezTo>
                <a:cubicBezTo>
                  <a:pt x="1792" y="284"/>
                  <a:pt x="1813" y="259"/>
                  <a:pt x="1812" y="237"/>
                </a:cubicBezTo>
                <a:cubicBezTo>
                  <a:pt x="1813" y="212"/>
                  <a:pt x="1788" y="191"/>
                  <a:pt x="1766" y="192"/>
                </a:cubicBezTo>
                <a:close/>
                <a:moveTo>
                  <a:pt x="1520" y="190"/>
                </a:moveTo>
                <a:cubicBezTo>
                  <a:pt x="1495" y="189"/>
                  <a:pt x="1474" y="213"/>
                  <a:pt x="1475" y="235"/>
                </a:cubicBezTo>
                <a:cubicBezTo>
                  <a:pt x="1474" y="261"/>
                  <a:pt x="1498" y="281"/>
                  <a:pt x="1520" y="280"/>
                </a:cubicBezTo>
                <a:cubicBezTo>
                  <a:pt x="1546" y="281"/>
                  <a:pt x="1567" y="257"/>
                  <a:pt x="1566" y="235"/>
                </a:cubicBezTo>
                <a:cubicBezTo>
                  <a:pt x="1567" y="209"/>
                  <a:pt x="1543" y="189"/>
                  <a:pt x="1520" y="190"/>
                </a:cubicBezTo>
                <a:close/>
                <a:moveTo>
                  <a:pt x="1275" y="187"/>
                </a:moveTo>
                <a:cubicBezTo>
                  <a:pt x="1249" y="186"/>
                  <a:pt x="1228" y="211"/>
                  <a:pt x="1229" y="233"/>
                </a:cubicBezTo>
                <a:cubicBezTo>
                  <a:pt x="1228" y="258"/>
                  <a:pt x="1253" y="279"/>
                  <a:pt x="1275" y="278"/>
                </a:cubicBezTo>
                <a:cubicBezTo>
                  <a:pt x="1300" y="279"/>
                  <a:pt x="1321" y="255"/>
                  <a:pt x="1320" y="233"/>
                </a:cubicBezTo>
                <a:cubicBezTo>
                  <a:pt x="1321" y="207"/>
                  <a:pt x="1297" y="186"/>
                  <a:pt x="1275" y="187"/>
                </a:cubicBezTo>
                <a:close/>
                <a:moveTo>
                  <a:pt x="1029" y="185"/>
                </a:moveTo>
                <a:cubicBezTo>
                  <a:pt x="1003" y="184"/>
                  <a:pt x="983" y="208"/>
                  <a:pt x="983" y="230"/>
                </a:cubicBezTo>
                <a:cubicBezTo>
                  <a:pt x="982" y="256"/>
                  <a:pt x="1007" y="277"/>
                  <a:pt x="1029" y="276"/>
                </a:cubicBezTo>
                <a:cubicBezTo>
                  <a:pt x="1054" y="277"/>
                  <a:pt x="1075" y="252"/>
                  <a:pt x="1074" y="230"/>
                </a:cubicBezTo>
                <a:cubicBezTo>
                  <a:pt x="1075" y="205"/>
                  <a:pt x="1051" y="184"/>
                  <a:pt x="1029" y="185"/>
                </a:cubicBezTo>
                <a:close/>
                <a:moveTo>
                  <a:pt x="783" y="183"/>
                </a:moveTo>
                <a:cubicBezTo>
                  <a:pt x="757" y="182"/>
                  <a:pt x="737" y="206"/>
                  <a:pt x="738" y="228"/>
                </a:cubicBezTo>
                <a:cubicBezTo>
                  <a:pt x="736" y="254"/>
                  <a:pt x="761" y="274"/>
                  <a:pt x="783" y="274"/>
                </a:cubicBezTo>
                <a:cubicBezTo>
                  <a:pt x="809" y="275"/>
                  <a:pt x="829" y="250"/>
                  <a:pt x="828" y="228"/>
                </a:cubicBezTo>
                <a:cubicBezTo>
                  <a:pt x="829" y="202"/>
                  <a:pt x="805" y="182"/>
                  <a:pt x="783" y="183"/>
                </a:cubicBezTo>
                <a:close/>
                <a:moveTo>
                  <a:pt x="537" y="180"/>
                </a:moveTo>
                <a:cubicBezTo>
                  <a:pt x="511" y="179"/>
                  <a:pt x="491" y="204"/>
                  <a:pt x="492" y="226"/>
                </a:cubicBezTo>
                <a:cubicBezTo>
                  <a:pt x="491" y="252"/>
                  <a:pt x="515" y="272"/>
                  <a:pt x="537" y="271"/>
                </a:cubicBezTo>
                <a:cubicBezTo>
                  <a:pt x="563" y="272"/>
                  <a:pt x="583" y="248"/>
                  <a:pt x="583" y="226"/>
                </a:cubicBezTo>
                <a:cubicBezTo>
                  <a:pt x="584" y="200"/>
                  <a:pt x="559" y="180"/>
                  <a:pt x="537" y="180"/>
                </a:cubicBezTo>
                <a:close/>
                <a:moveTo>
                  <a:pt x="291" y="178"/>
                </a:moveTo>
                <a:cubicBezTo>
                  <a:pt x="266" y="177"/>
                  <a:pt x="245" y="202"/>
                  <a:pt x="246" y="224"/>
                </a:cubicBezTo>
                <a:cubicBezTo>
                  <a:pt x="245" y="249"/>
                  <a:pt x="269" y="270"/>
                  <a:pt x="291" y="269"/>
                </a:cubicBezTo>
                <a:cubicBezTo>
                  <a:pt x="317" y="270"/>
                  <a:pt x="338" y="246"/>
                  <a:pt x="337" y="224"/>
                </a:cubicBezTo>
                <a:cubicBezTo>
                  <a:pt x="338" y="198"/>
                  <a:pt x="313" y="177"/>
                  <a:pt x="291" y="178"/>
                </a:cubicBezTo>
                <a:close/>
                <a:moveTo>
                  <a:pt x="45" y="176"/>
                </a:moveTo>
                <a:cubicBezTo>
                  <a:pt x="20" y="175"/>
                  <a:pt x="-1" y="199"/>
                  <a:pt x="0" y="221"/>
                </a:cubicBezTo>
                <a:cubicBezTo>
                  <a:pt x="-1" y="247"/>
                  <a:pt x="23" y="268"/>
                  <a:pt x="45" y="267"/>
                </a:cubicBezTo>
                <a:cubicBezTo>
                  <a:pt x="71" y="268"/>
                  <a:pt x="92" y="243"/>
                  <a:pt x="91" y="221"/>
                </a:cubicBezTo>
                <a:cubicBezTo>
                  <a:pt x="92" y="196"/>
                  <a:pt x="67" y="175"/>
                  <a:pt x="45" y="176"/>
                </a:cubicBezTo>
                <a:close/>
                <a:moveTo>
                  <a:pt x="2258" y="21"/>
                </a:moveTo>
                <a:cubicBezTo>
                  <a:pt x="2232" y="20"/>
                  <a:pt x="2212" y="44"/>
                  <a:pt x="2213" y="66"/>
                </a:cubicBezTo>
                <a:cubicBezTo>
                  <a:pt x="2212" y="92"/>
                  <a:pt x="2236" y="112"/>
                  <a:pt x="2258" y="111"/>
                </a:cubicBezTo>
                <a:cubicBezTo>
                  <a:pt x="2284" y="112"/>
                  <a:pt x="2304" y="88"/>
                  <a:pt x="2303" y="66"/>
                </a:cubicBezTo>
                <a:cubicBezTo>
                  <a:pt x="2304" y="40"/>
                  <a:pt x="2280" y="20"/>
                  <a:pt x="2258" y="21"/>
                </a:cubicBezTo>
                <a:close/>
                <a:moveTo>
                  <a:pt x="2012" y="18"/>
                </a:moveTo>
                <a:cubicBezTo>
                  <a:pt x="1987" y="17"/>
                  <a:pt x="1966" y="42"/>
                  <a:pt x="1967" y="64"/>
                </a:cubicBezTo>
                <a:cubicBezTo>
                  <a:pt x="1966" y="89"/>
                  <a:pt x="1990" y="110"/>
                  <a:pt x="2012" y="109"/>
                </a:cubicBezTo>
                <a:cubicBezTo>
                  <a:pt x="2038" y="110"/>
                  <a:pt x="2058" y="86"/>
                  <a:pt x="2058" y="64"/>
                </a:cubicBezTo>
                <a:cubicBezTo>
                  <a:pt x="2059" y="38"/>
                  <a:pt x="2034" y="17"/>
                  <a:pt x="2012" y="18"/>
                </a:cubicBezTo>
                <a:close/>
                <a:moveTo>
                  <a:pt x="1766" y="16"/>
                </a:moveTo>
                <a:cubicBezTo>
                  <a:pt x="1741" y="15"/>
                  <a:pt x="1720" y="39"/>
                  <a:pt x="1721" y="61"/>
                </a:cubicBezTo>
                <a:cubicBezTo>
                  <a:pt x="1720" y="87"/>
                  <a:pt x="1744" y="108"/>
                  <a:pt x="1766" y="107"/>
                </a:cubicBezTo>
                <a:cubicBezTo>
                  <a:pt x="1792" y="108"/>
                  <a:pt x="1813" y="83"/>
                  <a:pt x="1812" y="61"/>
                </a:cubicBezTo>
                <a:cubicBezTo>
                  <a:pt x="1813" y="36"/>
                  <a:pt x="1788" y="15"/>
                  <a:pt x="1766" y="16"/>
                </a:cubicBezTo>
                <a:close/>
                <a:moveTo>
                  <a:pt x="1520" y="14"/>
                </a:moveTo>
                <a:cubicBezTo>
                  <a:pt x="1495" y="13"/>
                  <a:pt x="1474" y="37"/>
                  <a:pt x="1475" y="59"/>
                </a:cubicBezTo>
                <a:cubicBezTo>
                  <a:pt x="1474" y="85"/>
                  <a:pt x="1498" y="105"/>
                  <a:pt x="1520" y="105"/>
                </a:cubicBezTo>
                <a:cubicBezTo>
                  <a:pt x="1546" y="106"/>
                  <a:pt x="1567" y="81"/>
                  <a:pt x="1566" y="59"/>
                </a:cubicBezTo>
                <a:cubicBezTo>
                  <a:pt x="1567" y="33"/>
                  <a:pt x="1543" y="13"/>
                  <a:pt x="1520" y="14"/>
                </a:cubicBezTo>
                <a:close/>
                <a:moveTo>
                  <a:pt x="1275" y="11"/>
                </a:moveTo>
                <a:cubicBezTo>
                  <a:pt x="1249" y="10"/>
                  <a:pt x="1228" y="35"/>
                  <a:pt x="1229" y="57"/>
                </a:cubicBezTo>
                <a:cubicBezTo>
                  <a:pt x="1228" y="83"/>
                  <a:pt x="1253" y="103"/>
                  <a:pt x="1275" y="102"/>
                </a:cubicBezTo>
                <a:cubicBezTo>
                  <a:pt x="1300" y="103"/>
                  <a:pt x="1321" y="79"/>
                  <a:pt x="1320" y="57"/>
                </a:cubicBezTo>
                <a:cubicBezTo>
                  <a:pt x="1321" y="31"/>
                  <a:pt x="1297" y="11"/>
                  <a:pt x="1275" y="11"/>
                </a:cubicBezTo>
                <a:close/>
                <a:moveTo>
                  <a:pt x="1029" y="9"/>
                </a:moveTo>
                <a:cubicBezTo>
                  <a:pt x="1003" y="8"/>
                  <a:pt x="983" y="33"/>
                  <a:pt x="983" y="55"/>
                </a:cubicBezTo>
                <a:cubicBezTo>
                  <a:pt x="982" y="80"/>
                  <a:pt x="1007" y="101"/>
                  <a:pt x="1029" y="100"/>
                </a:cubicBezTo>
                <a:cubicBezTo>
                  <a:pt x="1054" y="101"/>
                  <a:pt x="1075" y="77"/>
                  <a:pt x="1074" y="55"/>
                </a:cubicBezTo>
                <a:cubicBezTo>
                  <a:pt x="1075" y="29"/>
                  <a:pt x="1051" y="8"/>
                  <a:pt x="1029" y="9"/>
                </a:cubicBezTo>
                <a:close/>
                <a:moveTo>
                  <a:pt x="783" y="7"/>
                </a:moveTo>
                <a:cubicBezTo>
                  <a:pt x="757" y="6"/>
                  <a:pt x="737" y="30"/>
                  <a:pt x="738" y="52"/>
                </a:cubicBezTo>
                <a:cubicBezTo>
                  <a:pt x="736" y="78"/>
                  <a:pt x="761" y="99"/>
                  <a:pt x="783" y="98"/>
                </a:cubicBezTo>
                <a:cubicBezTo>
                  <a:pt x="809" y="99"/>
                  <a:pt x="829" y="74"/>
                  <a:pt x="828" y="52"/>
                </a:cubicBezTo>
                <a:cubicBezTo>
                  <a:pt x="829" y="27"/>
                  <a:pt x="805" y="6"/>
                  <a:pt x="783" y="7"/>
                </a:cubicBezTo>
                <a:close/>
                <a:moveTo>
                  <a:pt x="537" y="5"/>
                </a:moveTo>
                <a:cubicBezTo>
                  <a:pt x="511" y="4"/>
                  <a:pt x="491" y="28"/>
                  <a:pt x="492" y="50"/>
                </a:cubicBezTo>
                <a:cubicBezTo>
                  <a:pt x="491" y="76"/>
                  <a:pt x="515" y="96"/>
                  <a:pt x="537" y="95"/>
                </a:cubicBezTo>
                <a:cubicBezTo>
                  <a:pt x="563" y="96"/>
                  <a:pt x="583" y="72"/>
                  <a:pt x="583" y="50"/>
                </a:cubicBezTo>
                <a:cubicBezTo>
                  <a:pt x="584" y="24"/>
                  <a:pt x="559" y="4"/>
                  <a:pt x="537" y="5"/>
                </a:cubicBezTo>
                <a:close/>
                <a:moveTo>
                  <a:pt x="291" y="2"/>
                </a:moveTo>
                <a:cubicBezTo>
                  <a:pt x="266" y="1"/>
                  <a:pt x="245" y="26"/>
                  <a:pt x="246" y="48"/>
                </a:cubicBezTo>
                <a:cubicBezTo>
                  <a:pt x="245" y="73"/>
                  <a:pt x="269" y="94"/>
                  <a:pt x="291" y="93"/>
                </a:cubicBezTo>
                <a:cubicBezTo>
                  <a:pt x="317" y="94"/>
                  <a:pt x="338" y="70"/>
                  <a:pt x="337" y="48"/>
                </a:cubicBezTo>
                <a:cubicBezTo>
                  <a:pt x="338" y="22"/>
                  <a:pt x="313" y="1"/>
                  <a:pt x="291" y="2"/>
                </a:cubicBezTo>
                <a:close/>
                <a:moveTo>
                  <a:pt x="45" y="0"/>
                </a:moveTo>
                <a:cubicBezTo>
                  <a:pt x="20" y="-1"/>
                  <a:pt x="-1" y="23"/>
                  <a:pt x="0" y="45"/>
                </a:cubicBezTo>
                <a:cubicBezTo>
                  <a:pt x="-1" y="71"/>
                  <a:pt x="23" y="92"/>
                  <a:pt x="45" y="91"/>
                </a:cubicBezTo>
                <a:cubicBezTo>
                  <a:pt x="71" y="92"/>
                  <a:pt x="92" y="67"/>
                  <a:pt x="91" y="45"/>
                </a:cubicBezTo>
                <a:cubicBezTo>
                  <a:pt x="92" y="20"/>
                  <a:pt x="67" y="-1"/>
                  <a:pt x="45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/>
      <p:sp>
        <p:nvSpPr>
          <p:cNvPr id="11" name="任意多边形: 形状 47"/>
          <p:cNvSpPr>
            <a:spLocks noGrp="1"/>
          </p:cNvSpPr>
          <p:nvPr/>
        </p:nvSpPr>
        <p:spPr>
          <a:xfrm>
            <a:off x="0" y="0"/>
            <a:ext cx="5462904" cy="6858000"/>
          </a:xfrm>
          <a:custGeom>
            <a:avLst/>
            <a:gdLst>
              <a:gd name="connsiteX0" fmla="*/ 0 w 5462904"/>
              <a:gd name="connsiteY0" fmla="*/ 0 h 6858000"/>
              <a:gd name="connsiteX1" fmla="*/ 2280534 w 5462904"/>
              <a:gd name="connsiteY1" fmla="*/ 0 h 6858000"/>
              <a:gd name="connsiteX2" fmla="*/ 3363686 w 5462904"/>
              <a:gd name="connsiteY2" fmla="*/ 0 h 6858000"/>
              <a:gd name="connsiteX3" fmla="*/ 4426299 w 5462904"/>
              <a:gd name="connsiteY3" fmla="*/ 0 h 6858000"/>
              <a:gd name="connsiteX4" fmla="*/ 4447263 w 5462904"/>
              <a:gd name="connsiteY4" fmla="*/ 22813 h 6858000"/>
              <a:gd name="connsiteX5" fmla="*/ 5462904 w 5462904"/>
              <a:gd name="connsiteY5" fmla="*/ 3437165 h 6858000"/>
              <a:gd name="connsiteX6" fmla="*/ 4447263 w 5462904"/>
              <a:gd name="connsiteY6" fmla="*/ 6851517 h 6858000"/>
              <a:gd name="connsiteX7" fmla="*/ 4441305 w 5462904"/>
              <a:gd name="connsiteY7" fmla="*/ 6858000 h 6858000"/>
              <a:gd name="connsiteX8" fmla="*/ 3363686 w 5462904"/>
              <a:gd name="connsiteY8" fmla="*/ 6858000 h 6858000"/>
              <a:gd name="connsiteX9" fmla="*/ 2265528 w 5462904"/>
              <a:gd name="connsiteY9" fmla="*/ 6858000 h 6858000"/>
              <a:gd name="connsiteX10" fmla="*/ 0 w 5462904"/>
              <a:gd name="connsiteY10" fmla="*/ 6858000 h 6858000"/>
            </a:gdLst>
            <a:ahLst/>
            <a:cxnLst/>
            <a:rect l="l" t="t" r="r" b="b"/>
            <a:pathLst>
              <a:path w="5462904" h="6858000">
                <a:moveTo>
                  <a:pt x="0" y="0"/>
                </a:moveTo>
                <a:lnTo>
                  <a:pt x="2280534" y="0"/>
                </a:lnTo>
                <a:lnTo>
                  <a:pt x="3363686" y="0"/>
                </a:lnTo>
                <a:lnTo>
                  <a:pt x="4426299" y="0"/>
                </a:lnTo>
                <a:lnTo>
                  <a:pt x="4447263" y="22813"/>
                </a:lnTo>
                <a:cubicBezTo>
                  <a:pt x="5056164" y="723018"/>
                  <a:pt x="5462904" y="1990196"/>
                  <a:pt x="5462904" y="3437165"/>
                </a:cubicBezTo>
                <a:cubicBezTo>
                  <a:pt x="5462904" y="4884135"/>
                  <a:pt x="5056164" y="6151312"/>
                  <a:pt x="4447263" y="6851517"/>
                </a:cubicBezTo>
                <a:lnTo>
                  <a:pt x="4441305" y="6858000"/>
                </a:lnTo>
                <a:lnTo>
                  <a:pt x="3363686" y="6858000"/>
                </a:lnTo>
                <a:lnTo>
                  <a:pt x="226552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 flipH="1">
            <a:off x="-635" y="0"/>
            <a:ext cx="1407795" cy="3118485"/>
          </a:xfrm>
          <a:prstGeom prst="rect">
            <a:avLst/>
          </a:prstGeom>
          <a:gradFill>
            <a:gsLst>
              <a:gs pos="0">
                <a:schemeClr val="accent1">
                  <a:lumMod val="55000"/>
                  <a:lumOff val="45000"/>
                  <a:alpha val="0"/>
                </a:schemeClr>
              </a:gs>
              <a:gs pos="100000">
                <a:schemeClr val="accent1">
                  <a:lumMod val="85000"/>
                  <a:lumOff val="1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 flipH="1">
            <a:off x="10160" y="1702435"/>
            <a:ext cx="517525" cy="4222115"/>
          </a:xfrm>
          <a:prstGeom prst="rect">
            <a:avLst/>
          </a:prstGeom>
          <a:gradFill>
            <a:gsLst>
              <a:gs pos="14000">
                <a:schemeClr val="accent1">
                  <a:lumMod val="34000"/>
                  <a:lumOff val="66000"/>
                  <a:alpha val="0"/>
                </a:schemeClr>
              </a:gs>
              <a:gs pos="100000">
                <a:schemeClr val="accent1">
                  <a:lumMod val="55000"/>
                  <a:lumOff val="45000"/>
                  <a:alpha val="61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矩形: 圆角 33"/>
          <p:cNvSpPr>
            <a:spLocks noGrp="1"/>
          </p:cNvSpPr>
          <p:nvPr/>
        </p:nvSpPr>
        <p:spPr>
          <a:xfrm>
            <a:off x="936530" y="4885184"/>
            <a:ext cx="1090390" cy="1177006"/>
          </a:xfrm>
          <a:prstGeom prst="roundRect">
            <a:avLst>
              <a:gd name="adj" fmla="val 5206"/>
            </a:avLst>
          </a:prstGeom>
          <a:gradFill>
            <a:gsLst>
              <a:gs pos="0">
                <a:schemeClr val="accent1">
                  <a:lumMod val="13000"/>
                  <a:lumOff val="87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  <a:effectLst>
            <a:outerShdw blurRad="254000" dist="38100" dir="2700000" algn="tl" rotWithShape="0">
              <a:schemeClr val="accent2">
                <a:lumMod val="2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: 圆角 34"/>
          <p:cNvSpPr>
            <a:spLocks noGrp="1"/>
          </p:cNvSpPr>
          <p:nvPr/>
        </p:nvSpPr>
        <p:spPr>
          <a:xfrm>
            <a:off x="994141" y="4975680"/>
            <a:ext cx="976574" cy="1033393"/>
          </a:xfrm>
          <a:prstGeom prst="roundRect">
            <a:avLst>
              <a:gd name="adj" fmla="val 2367"/>
            </a:avLst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ang="5400000" scaled="1"/>
            <a:tileRect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: 形状 57"/>
          <p:cNvSpPr>
            <a:spLocks noGrp="1"/>
          </p:cNvSpPr>
          <p:nvPr/>
        </p:nvSpPr>
        <p:spPr>
          <a:xfrm>
            <a:off x="1146739" y="4680585"/>
            <a:ext cx="587068" cy="256592"/>
          </a:xfrm>
          <a:custGeom>
            <a:avLst/>
            <a:gdLst>
              <a:gd name="connsiteX0" fmla="*/ 663334 w 1326668"/>
              <a:gd name="connsiteY0" fmla="*/ 114897 h 579857"/>
              <a:gd name="connsiteX1" fmla="*/ 599952 w 1326668"/>
              <a:gd name="connsiteY1" fmla="*/ 178279 h 579857"/>
              <a:gd name="connsiteX2" fmla="*/ 663334 w 1326668"/>
              <a:gd name="connsiteY2" fmla="*/ 241661 h 579857"/>
              <a:gd name="connsiteX3" fmla="*/ 726716 w 1326668"/>
              <a:gd name="connsiteY3" fmla="*/ 178279 h 579857"/>
              <a:gd name="connsiteX4" fmla="*/ 663334 w 1326668"/>
              <a:gd name="connsiteY4" fmla="*/ 114897 h 579857"/>
              <a:gd name="connsiteX5" fmla="*/ 663334 w 1326668"/>
              <a:gd name="connsiteY5" fmla="*/ 0 h 579857"/>
              <a:gd name="connsiteX6" fmla="*/ 841613 w 1326668"/>
              <a:gd name="connsiteY6" fmla="*/ 178279 h 579857"/>
              <a:gd name="connsiteX7" fmla="*/ 827603 w 1326668"/>
              <a:gd name="connsiteY7" fmla="*/ 247673 h 579857"/>
              <a:gd name="connsiteX8" fmla="*/ 800511 w 1326668"/>
              <a:gd name="connsiteY8" fmla="*/ 287856 h 579857"/>
              <a:gd name="connsiteX9" fmla="*/ 1180667 w 1326668"/>
              <a:gd name="connsiteY9" fmla="*/ 287856 h 579857"/>
              <a:gd name="connsiteX10" fmla="*/ 1326668 w 1326668"/>
              <a:gd name="connsiteY10" fmla="*/ 433857 h 579857"/>
              <a:gd name="connsiteX11" fmla="*/ 1326667 w 1326668"/>
              <a:gd name="connsiteY11" fmla="*/ 579857 h 579857"/>
              <a:gd name="connsiteX12" fmla="*/ 0 w 1326668"/>
              <a:gd name="connsiteY12" fmla="*/ 579857 h 579857"/>
              <a:gd name="connsiteX13" fmla="*/ 0 w 1326668"/>
              <a:gd name="connsiteY13" fmla="*/ 433857 h 579857"/>
              <a:gd name="connsiteX14" fmla="*/ 146001 w 1326668"/>
              <a:gd name="connsiteY14" fmla="*/ 287856 h 579857"/>
              <a:gd name="connsiteX15" fmla="*/ 526157 w 1326668"/>
              <a:gd name="connsiteY15" fmla="*/ 287856 h 579857"/>
              <a:gd name="connsiteX16" fmla="*/ 499065 w 1326668"/>
              <a:gd name="connsiteY16" fmla="*/ 247673 h 579857"/>
              <a:gd name="connsiteX17" fmla="*/ 485055 w 1326668"/>
              <a:gd name="connsiteY17" fmla="*/ 178279 h 579857"/>
              <a:gd name="connsiteX18" fmla="*/ 663334 w 1326668"/>
              <a:gd name="connsiteY18" fmla="*/ 0 h 579857"/>
            </a:gdLst>
            <a:ahLst/>
            <a:cxnLst/>
            <a:rect l="l" t="t" r="r" b="b"/>
            <a:pathLst>
              <a:path w="1326668" h="579857">
                <a:moveTo>
                  <a:pt x="663334" y="114897"/>
                </a:moveTo>
                <a:cubicBezTo>
                  <a:pt x="628329" y="114897"/>
                  <a:pt x="599952" y="143274"/>
                  <a:pt x="599952" y="178279"/>
                </a:cubicBezTo>
                <a:cubicBezTo>
                  <a:pt x="599952" y="213284"/>
                  <a:pt x="628329" y="241661"/>
                  <a:pt x="663334" y="241661"/>
                </a:cubicBezTo>
                <a:cubicBezTo>
                  <a:pt x="698339" y="241661"/>
                  <a:pt x="726716" y="213284"/>
                  <a:pt x="726716" y="178279"/>
                </a:cubicBezTo>
                <a:cubicBezTo>
                  <a:pt x="726716" y="143274"/>
                  <a:pt x="698339" y="114897"/>
                  <a:pt x="663334" y="114897"/>
                </a:cubicBezTo>
                <a:close/>
                <a:moveTo>
                  <a:pt x="663334" y="0"/>
                </a:moveTo>
                <a:cubicBezTo>
                  <a:pt x="761795" y="0"/>
                  <a:pt x="841613" y="79818"/>
                  <a:pt x="841613" y="178279"/>
                </a:cubicBezTo>
                <a:cubicBezTo>
                  <a:pt x="841613" y="202894"/>
                  <a:pt x="836624" y="226344"/>
                  <a:pt x="827603" y="247673"/>
                </a:cubicBezTo>
                <a:lnTo>
                  <a:pt x="800511" y="287856"/>
                </a:lnTo>
                <a:lnTo>
                  <a:pt x="1180667" y="287856"/>
                </a:lnTo>
                <a:cubicBezTo>
                  <a:pt x="1261301" y="287856"/>
                  <a:pt x="1326668" y="353223"/>
                  <a:pt x="1326668" y="433857"/>
                </a:cubicBezTo>
                <a:cubicBezTo>
                  <a:pt x="1326668" y="482524"/>
                  <a:pt x="1326667" y="531190"/>
                  <a:pt x="1326667" y="579857"/>
                </a:cubicBezTo>
                <a:lnTo>
                  <a:pt x="0" y="579857"/>
                </a:lnTo>
                <a:lnTo>
                  <a:pt x="0" y="433857"/>
                </a:lnTo>
                <a:cubicBezTo>
                  <a:pt x="0" y="353223"/>
                  <a:pt x="65367" y="287856"/>
                  <a:pt x="146001" y="287856"/>
                </a:cubicBezTo>
                <a:lnTo>
                  <a:pt x="526157" y="287856"/>
                </a:lnTo>
                <a:lnTo>
                  <a:pt x="499065" y="247673"/>
                </a:lnTo>
                <a:cubicBezTo>
                  <a:pt x="490044" y="226344"/>
                  <a:pt x="485055" y="202894"/>
                  <a:pt x="485055" y="178279"/>
                </a:cubicBezTo>
                <a:cubicBezTo>
                  <a:pt x="485055" y="79818"/>
                  <a:pt x="564873" y="0"/>
                  <a:pt x="663334" y="0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9000"/>
                  <a:lumOff val="91000"/>
                </a:schemeClr>
              </a:gs>
              <a:gs pos="100000">
                <a:schemeClr val="accent1">
                  <a:lumMod val="46000"/>
                  <a:lumOff val="54000"/>
                </a:schemeClr>
              </a:gs>
            </a:gsLst>
            <a:lin ang="2700000" scaled="0"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: 圆顶角 37"/>
          <p:cNvSpPr>
            <a:spLocks noGrp="1"/>
          </p:cNvSpPr>
          <p:nvPr/>
        </p:nvSpPr>
        <p:spPr>
          <a:xfrm flipV="1">
            <a:off x="1193390" y="4965281"/>
            <a:ext cx="593532" cy="33444"/>
          </a:xfrm>
          <a:prstGeom prst="round2SameRect">
            <a:avLst>
              <a:gd name="adj1" fmla="val 50000"/>
              <a:gd name="adj2" fmla="val 0"/>
            </a:avLst>
          </a:prstGeom>
          <a:gradFill rotWithShape="1">
            <a:gsLst>
              <a:gs pos="0">
                <a:schemeClr val="accent1">
                  <a:lumMod val="17000"/>
                  <a:lumOff val="83000"/>
                </a:schemeClr>
              </a:gs>
              <a:gs pos="100000">
                <a:schemeClr val="accent1">
                  <a:lumMod val="55000"/>
                  <a:lumOff val="4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1372686" y="5071234"/>
            <a:ext cx="226228" cy="226239"/>
          </a:xfrm>
          <a:prstGeom prst="ellipse">
            <a:avLst/>
          </a:prstGeom>
          <a:gradFill rotWithShape="1">
            <a:gsLst>
              <a:gs pos="0">
                <a:schemeClr val="accent2">
                  <a:lumMod val="55000"/>
                  <a:lumOff val="45000"/>
                </a:schemeClr>
              </a:gs>
              <a:gs pos="100000">
                <a:schemeClr val="accent1">
                  <a:lumMod val="21000"/>
                  <a:lumOff val="79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加号 34"/>
          <p:cNvSpPr>
            <a:spLocks noGrp="1"/>
          </p:cNvSpPr>
          <p:nvPr/>
        </p:nvSpPr>
        <p:spPr>
          <a:xfrm>
            <a:off x="1401070" y="5100744"/>
            <a:ext cx="177891" cy="177900"/>
          </a:xfrm>
          <a:prstGeom prst="mathPlus">
            <a:avLst>
              <a:gd name="adj1" fmla="val 26726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: 圆角 43"/>
          <p:cNvSpPr>
            <a:spLocks noGrp="1"/>
          </p:cNvSpPr>
          <p:nvPr/>
        </p:nvSpPr>
        <p:spPr>
          <a:xfrm>
            <a:off x="1056248" y="5355087"/>
            <a:ext cx="853202" cy="106515"/>
          </a:xfrm>
          <a:prstGeom prst="roundRect">
            <a:avLst/>
          </a:prstGeom>
          <a:gradFill rotWithShape="1">
            <a:gsLst>
              <a:gs pos="0">
                <a:schemeClr val="accent1">
                  <a:lumMod val="13000"/>
                  <a:lumOff val="87000"/>
                </a:schemeClr>
              </a:gs>
              <a:gs pos="100000">
                <a:schemeClr val="accent1">
                  <a:lumMod val="17000"/>
                  <a:lumOff val="8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: 圆角 62"/>
          <p:cNvSpPr>
            <a:spLocks noGrp="1"/>
          </p:cNvSpPr>
          <p:nvPr/>
        </p:nvSpPr>
        <p:spPr>
          <a:xfrm>
            <a:off x="1055124" y="5485210"/>
            <a:ext cx="255174" cy="210220"/>
          </a:xfrm>
          <a:prstGeom prst="roundRect">
            <a:avLst>
              <a:gd name="adj" fmla="val 11241"/>
            </a:avLst>
          </a:prstGeom>
          <a:gradFill rotWithShape="1">
            <a:gsLst>
              <a:gs pos="0">
                <a:schemeClr val="accent1">
                  <a:lumMod val="13000"/>
                  <a:lumOff val="87000"/>
                </a:schemeClr>
              </a:gs>
              <a:gs pos="100000">
                <a:schemeClr val="accent1">
                  <a:lumMod val="17000"/>
                  <a:lumOff val="8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: 圆角 65"/>
          <p:cNvSpPr>
            <a:spLocks noGrp="1"/>
          </p:cNvSpPr>
          <p:nvPr/>
        </p:nvSpPr>
        <p:spPr>
          <a:xfrm>
            <a:off x="1345426" y="5485210"/>
            <a:ext cx="564024" cy="210220"/>
          </a:xfrm>
          <a:prstGeom prst="roundRect">
            <a:avLst>
              <a:gd name="adj" fmla="val 11241"/>
            </a:avLst>
          </a:prstGeom>
          <a:gradFill rotWithShape="1">
            <a:gsLst>
              <a:gs pos="0">
                <a:schemeClr val="accent1">
                  <a:lumMod val="13000"/>
                  <a:lumOff val="87000"/>
                </a:schemeClr>
              </a:gs>
              <a:gs pos="100000">
                <a:schemeClr val="accent1">
                  <a:lumMod val="42000"/>
                  <a:lumOff val="5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: 圆角 69"/>
          <p:cNvSpPr>
            <a:spLocks noGrp="1"/>
          </p:cNvSpPr>
          <p:nvPr/>
        </p:nvSpPr>
        <p:spPr>
          <a:xfrm>
            <a:off x="1052314" y="5729155"/>
            <a:ext cx="255174" cy="210220"/>
          </a:xfrm>
          <a:prstGeom prst="roundRect">
            <a:avLst>
              <a:gd name="adj" fmla="val 11241"/>
            </a:avLst>
          </a:prstGeom>
          <a:gradFill rotWithShape="1">
            <a:gsLst>
              <a:gs pos="0">
                <a:schemeClr val="accent1">
                  <a:lumMod val="13000"/>
                  <a:lumOff val="87000"/>
                </a:schemeClr>
              </a:gs>
              <a:gs pos="100000">
                <a:schemeClr val="accent1">
                  <a:lumMod val="17000"/>
                  <a:lumOff val="8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: 圆角 70"/>
          <p:cNvSpPr>
            <a:spLocks noGrp="1"/>
          </p:cNvSpPr>
          <p:nvPr/>
        </p:nvSpPr>
        <p:spPr>
          <a:xfrm>
            <a:off x="1342897" y="5729155"/>
            <a:ext cx="564024" cy="210220"/>
          </a:xfrm>
          <a:prstGeom prst="roundRect">
            <a:avLst>
              <a:gd name="adj" fmla="val 11241"/>
            </a:avLst>
          </a:prstGeom>
          <a:gradFill rotWithShape="1">
            <a:gsLst>
              <a:gs pos="0">
                <a:schemeClr val="accent1">
                  <a:lumMod val="13000"/>
                  <a:lumOff val="87000"/>
                </a:schemeClr>
              </a:gs>
              <a:gs pos="100000">
                <a:schemeClr val="accent1">
                  <a:lumMod val="42000"/>
                  <a:lumOff val="5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任意多边形: 形状 75"/>
          <p:cNvSpPr>
            <a:spLocks noGrp="1"/>
          </p:cNvSpPr>
          <p:nvPr/>
        </p:nvSpPr>
        <p:spPr>
          <a:xfrm>
            <a:off x="847725" y="5271770"/>
            <a:ext cx="127635" cy="804545"/>
          </a:xfrm>
          <a:custGeom>
            <a:avLst/>
            <a:gdLst>
              <a:gd name="connsiteX0" fmla="*/ 144000 w 288000"/>
              <a:gd name="connsiteY0" fmla="*/ 0 h 1816908"/>
              <a:gd name="connsiteX1" fmla="*/ 221087 w 288000"/>
              <a:gd name="connsiteY1" fmla="*/ 77087 h 1816908"/>
              <a:gd name="connsiteX2" fmla="*/ 221087 w 288000"/>
              <a:gd name="connsiteY2" fmla="*/ 284505 h 1816908"/>
              <a:gd name="connsiteX3" fmla="*/ 245824 w 288000"/>
              <a:gd name="connsiteY3" fmla="*/ 301183 h 1816908"/>
              <a:gd name="connsiteX4" fmla="*/ 288000 w 288000"/>
              <a:gd name="connsiteY4" fmla="*/ 403006 h 1816908"/>
              <a:gd name="connsiteX5" fmla="*/ 288000 w 288000"/>
              <a:gd name="connsiteY5" fmla="*/ 1672908 h 1816908"/>
              <a:gd name="connsiteX6" fmla="*/ 144000 w 288000"/>
              <a:gd name="connsiteY6" fmla="*/ 1816908 h 1816908"/>
              <a:gd name="connsiteX7" fmla="*/ 0 w 288000"/>
              <a:gd name="connsiteY7" fmla="*/ 1672908 h 1816908"/>
              <a:gd name="connsiteX8" fmla="*/ 0 w 288000"/>
              <a:gd name="connsiteY8" fmla="*/ 403006 h 1816908"/>
              <a:gd name="connsiteX9" fmla="*/ 42177 w 288000"/>
              <a:gd name="connsiteY9" fmla="*/ 301183 h 1816908"/>
              <a:gd name="connsiteX10" fmla="*/ 66913 w 288000"/>
              <a:gd name="connsiteY10" fmla="*/ 284505 h 1816908"/>
              <a:gd name="connsiteX11" fmla="*/ 66913 w 288000"/>
              <a:gd name="connsiteY11" fmla="*/ 77087 h 1816908"/>
              <a:gd name="connsiteX12" fmla="*/ 144000 w 288000"/>
              <a:gd name="connsiteY12" fmla="*/ 0 h 1816908"/>
            </a:gdLst>
            <a:ahLst/>
            <a:cxnLst/>
            <a:rect l="l" t="t" r="r" b="b"/>
            <a:pathLst>
              <a:path w="288000" h="1816908">
                <a:moveTo>
                  <a:pt x="144000" y="0"/>
                </a:moveTo>
                <a:cubicBezTo>
                  <a:pt x="186574" y="0"/>
                  <a:pt x="221087" y="34513"/>
                  <a:pt x="221087" y="77087"/>
                </a:cubicBezTo>
                <a:lnTo>
                  <a:pt x="221087" y="284505"/>
                </a:lnTo>
                <a:lnTo>
                  <a:pt x="245824" y="301183"/>
                </a:lnTo>
                <a:cubicBezTo>
                  <a:pt x="271882" y="327242"/>
                  <a:pt x="288000" y="363242"/>
                  <a:pt x="288000" y="403006"/>
                </a:cubicBezTo>
                <a:lnTo>
                  <a:pt x="288000" y="1672908"/>
                </a:lnTo>
                <a:cubicBezTo>
                  <a:pt x="288000" y="1752437"/>
                  <a:pt x="223529" y="1816908"/>
                  <a:pt x="144000" y="1816908"/>
                </a:cubicBezTo>
                <a:cubicBezTo>
                  <a:pt x="64471" y="1816908"/>
                  <a:pt x="0" y="1752437"/>
                  <a:pt x="0" y="1672908"/>
                </a:cubicBezTo>
                <a:lnTo>
                  <a:pt x="0" y="403006"/>
                </a:lnTo>
                <a:cubicBezTo>
                  <a:pt x="0" y="363242"/>
                  <a:pt x="16118" y="327242"/>
                  <a:pt x="42177" y="301183"/>
                </a:cubicBezTo>
                <a:lnTo>
                  <a:pt x="66913" y="284505"/>
                </a:lnTo>
                <a:lnTo>
                  <a:pt x="66913" y="77087"/>
                </a:lnTo>
                <a:cubicBezTo>
                  <a:pt x="66913" y="34513"/>
                  <a:pt x="101426" y="0"/>
                  <a:pt x="144000" y="0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17000"/>
                  <a:lumOff val="83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任意多边形: 形状 74"/>
          <p:cNvSpPr>
            <a:spLocks noGrp="1"/>
          </p:cNvSpPr>
          <p:nvPr/>
        </p:nvSpPr>
        <p:spPr>
          <a:xfrm>
            <a:off x="877570" y="5270500"/>
            <a:ext cx="68580" cy="91440"/>
          </a:xfrm>
          <a:custGeom>
            <a:avLst/>
            <a:gdLst>
              <a:gd name="connsiteX0" fmla="*/ 77087 w 154174"/>
              <a:gd name="connsiteY0" fmla="*/ 0 h 205865"/>
              <a:gd name="connsiteX1" fmla="*/ 154174 w 154174"/>
              <a:gd name="connsiteY1" fmla="*/ 77087 h 205865"/>
              <a:gd name="connsiteX2" fmla="*/ 154174 w 154174"/>
              <a:gd name="connsiteY2" fmla="*/ 205865 h 205865"/>
              <a:gd name="connsiteX3" fmla="*/ 0 w 154174"/>
              <a:gd name="connsiteY3" fmla="*/ 205865 h 205865"/>
              <a:gd name="connsiteX4" fmla="*/ 0 w 154174"/>
              <a:gd name="connsiteY4" fmla="*/ 77087 h 205865"/>
              <a:gd name="connsiteX5" fmla="*/ 77087 w 154174"/>
              <a:gd name="connsiteY5" fmla="*/ 0 h 205865"/>
            </a:gdLst>
            <a:ahLst/>
            <a:cxnLst/>
            <a:rect l="l" t="t" r="r" b="b"/>
            <a:pathLst>
              <a:path w="154174" h="205865">
                <a:moveTo>
                  <a:pt x="77087" y="0"/>
                </a:moveTo>
                <a:cubicBezTo>
                  <a:pt x="119661" y="0"/>
                  <a:pt x="154174" y="34513"/>
                  <a:pt x="154174" y="77087"/>
                </a:cubicBezTo>
                <a:lnTo>
                  <a:pt x="154174" y="205865"/>
                </a:lnTo>
                <a:lnTo>
                  <a:pt x="0" y="205865"/>
                </a:lnTo>
                <a:lnTo>
                  <a:pt x="0" y="77087"/>
                </a:lnTo>
                <a:cubicBezTo>
                  <a:pt x="0" y="34513"/>
                  <a:pt x="34513" y="0"/>
                  <a:pt x="77087" y="0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71000"/>
                  <a:lumOff val="29000"/>
                </a:schemeClr>
              </a:gs>
              <a:gs pos="100000">
                <a:schemeClr val="accent1">
                  <a:lumMod val="21000"/>
                  <a:lumOff val="79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01700" y="5361305"/>
            <a:ext cx="20320" cy="714375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梯形 49"/>
          <p:cNvSpPr>
            <a:spLocks noGrp="1"/>
          </p:cNvSpPr>
          <p:nvPr/>
        </p:nvSpPr>
        <p:spPr>
          <a:xfrm>
            <a:off x="2108835" y="5565775"/>
            <a:ext cx="881380" cy="422275"/>
          </a:xfrm>
          <a:prstGeom prst="trapezoid">
            <a:avLst>
              <a:gd name="adj" fmla="val 36086"/>
            </a:avLst>
          </a:prstGeom>
          <a:gradFill rotWithShape="1">
            <a:gsLst>
              <a:gs pos="0">
                <a:schemeClr val="accent1">
                  <a:lumMod val="55000"/>
                  <a:lumOff val="45000"/>
                </a:schemeClr>
              </a:gs>
              <a:gs pos="100000">
                <a:schemeClr val="accent1">
                  <a:lumMod val="21000"/>
                  <a:lumOff val="7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: 圆顶角 47"/>
          <p:cNvSpPr>
            <a:spLocks noGrp="1"/>
          </p:cNvSpPr>
          <p:nvPr/>
        </p:nvSpPr>
        <p:spPr>
          <a:xfrm flipV="1">
            <a:off x="2103120" y="5985510"/>
            <a:ext cx="887095" cy="80010"/>
          </a:xfrm>
          <a:prstGeom prst="round2SameRect">
            <a:avLst>
              <a:gd name="adj1" fmla="val 50000"/>
              <a:gd name="adj2" fmla="val 0"/>
            </a:avLst>
          </a:prstGeom>
          <a:gradFill rotWithShape="1">
            <a:gsLst>
              <a:gs pos="0">
                <a:schemeClr val="accent1">
                  <a:lumMod val="59000"/>
                  <a:lumOff val="41000"/>
                </a:schemeClr>
              </a:gs>
              <a:gs pos="100000">
                <a:schemeClr val="accent1">
                  <a:lumMod val="59000"/>
                  <a:lumOff val="41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: 圆角 44"/>
          <p:cNvSpPr>
            <a:spLocks noGrp="1"/>
          </p:cNvSpPr>
          <p:nvPr/>
        </p:nvSpPr>
        <p:spPr>
          <a:xfrm>
            <a:off x="1407160" y="4088130"/>
            <a:ext cx="2224405" cy="1486535"/>
          </a:xfrm>
          <a:prstGeom prst="roundRect">
            <a:avLst>
              <a:gd name="adj" fmla="val 4858"/>
            </a:avLst>
          </a:prstGeom>
          <a:gradFill rotWithShape="1"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46000"/>
                  <a:lumOff val="54000"/>
                </a:schemeClr>
              </a:gs>
            </a:gsLst>
            <a:lin ang="2700000" scaled="0"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444625" y="4271645"/>
            <a:ext cx="2149475" cy="1119505"/>
          </a:xfrm>
          <a:prstGeom prst="rect">
            <a:avLst/>
          </a:prstGeom>
          <a:gradFill>
            <a:gsLst>
              <a:gs pos="0">
                <a:schemeClr val="accent1">
                  <a:lumMod val="21000"/>
                  <a:lumOff val="79000"/>
                </a:schemeClr>
              </a:gs>
              <a:gs pos="100000">
                <a:schemeClr val="accent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1599634" y="4434096"/>
            <a:ext cx="1814453" cy="0"/>
          </a:xfrm>
          <a:prstGeom prst="line">
            <a:avLst/>
          </a:prstGeom>
          <a:ln w="15875">
            <a:solidFill>
              <a:srgbClr val="FFFFFF">
                <a:alpha val="59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1599634" y="4578448"/>
            <a:ext cx="1814453" cy="0"/>
          </a:xfrm>
          <a:prstGeom prst="line">
            <a:avLst/>
          </a:prstGeom>
          <a:ln w="15875">
            <a:solidFill>
              <a:srgbClr val="FFFFFF">
                <a:alpha val="59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1599634" y="4722800"/>
            <a:ext cx="1814453" cy="0"/>
          </a:xfrm>
          <a:prstGeom prst="line">
            <a:avLst/>
          </a:prstGeom>
          <a:ln w="15875">
            <a:solidFill>
              <a:srgbClr val="FFFFFF">
                <a:alpha val="59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/>
          <p:cNvSpPr>
            <a:spLocks noGrp="1"/>
          </p:cNvSpPr>
          <p:nvPr/>
        </p:nvSpPr>
        <p:spPr>
          <a:xfrm>
            <a:off x="1599634" y="4867152"/>
            <a:ext cx="1814453" cy="0"/>
          </a:xfrm>
          <a:prstGeom prst="line">
            <a:avLst/>
          </a:prstGeom>
          <a:ln w="15875">
            <a:solidFill>
              <a:srgbClr val="FFFFFF">
                <a:alpha val="59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矩形: 圆角 65"/>
          <p:cNvSpPr>
            <a:spLocks noGrp="1"/>
          </p:cNvSpPr>
          <p:nvPr/>
        </p:nvSpPr>
        <p:spPr>
          <a:xfrm>
            <a:off x="3364865" y="5237480"/>
            <a:ext cx="436245" cy="22352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ang="5400000" scaled="1"/>
            <a:tileRect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: 圆角 69"/>
          <p:cNvSpPr>
            <a:spLocks noGrp="1"/>
          </p:cNvSpPr>
          <p:nvPr/>
        </p:nvSpPr>
        <p:spPr>
          <a:xfrm>
            <a:off x="3103245" y="5386705"/>
            <a:ext cx="959485" cy="710565"/>
          </a:xfrm>
          <a:prstGeom prst="roundRect">
            <a:avLst>
              <a:gd name="adj" fmla="val 11608"/>
            </a:avLst>
          </a:prstGeom>
          <a:solidFill>
            <a:schemeClr val="accent1">
              <a:lumMod val="20000"/>
              <a:lumOff val="80000"/>
              <a:alpha val="96000"/>
            </a:schemeClr>
          </a:solidFill>
          <a:ln>
            <a:noFill/>
          </a:ln>
          <a:effectLst>
            <a:outerShdw blurRad="63500" sx="102000" sy="102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61" name="矩形: 圆角 70"/>
          <p:cNvSpPr>
            <a:spLocks noGrp="1"/>
          </p:cNvSpPr>
          <p:nvPr/>
        </p:nvSpPr>
        <p:spPr>
          <a:xfrm>
            <a:off x="3169285" y="5461635"/>
            <a:ext cx="832485" cy="568325"/>
          </a:xfrm>
          <a:prstGeom prst="roundRect">
            <a:avLst>
              <a:gd name="adj" fmla="val 11608"/>
            </a:avLst>
          </a:prstGeom>
          <a:gradFill>
            <a:gsLst>
              <a:gs pos="0">
                <a:schemeClr val="accent1">
                  <a:lumMod val="30000"/>
                  <a:lumOff val="70000"/>
                </a:schemeClr>
              </a:gs>
              <a:gs pos="100000">
                <a:schemeClr val="accent1">
                  <a:lumMod val="46000"/>
                  <a:lumOff val="54000"/>
                  <a:alpha val="10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62" name="椭圆 61"/>
          <p:cNvSpPr>
            <a:spLocks noGrp="1"/>
          </p:cNvSpPr>
          <p:nvPr/>
        </p:nvSpPr>
        <p:spPr>
          <a:xfrm>
            <a:off x="3378200" y="5541010"/>
            <a:ext cx="412115" cy="396240"/>
          </a:xfrm>
          <a:prstGeom prst="ellipse">
            <a:avLst/>
          </a:prstGeom>
          <a:gradFill>
            <a:gsLst>
              <a:gs pos="100000">
                <a:schemeClr val="accent1">
                  <a:lumMod val="55000"/>
                  <a:lumOff val="45000"/>
                </a:schemeClr>
              </a:gs>
              <a:gs pos="0">
                <a:schemeClr val="accent1">
                  <a:lumMod val="46000"/>
                  <a:lumOff val="54000"/>
                  <a:alpha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51878" y="190822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buNone/>
              <a:defRPr sz="6000">
                <a:solidFill>
                  <a:srgbClr val="FFFFFF"/>
                </a:solidFill>
              </a:defRPr>
            </a:lvl1pPr>
          </a:lstStyle>
          <a:p>
            <a:r>
              <a:t>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5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10" name="任意多边形 9"/>
          <p:cNvSpPr>
            <a:spLocks noGrp="1"/>
          </p:cNvSpPr>
          <p:nvPr/>
        </p:nvSpPr>
        <p:spPr>
          <a:xfrm>
            <a:off x="4297650" y="5433060"/>
            <a:ext cx="883085" cy="1424940"/>
          </a:xfrm>
          <a:custGeom>
            <a:avLst/>
            <a:gdLst/>
            <a:ahLst/>
            <a:cxnLst/>
            <a:rect l="l" t="t" r="r" b="b"/>
            <a:pathLst>
              <a:path w="1391" h="2244">
                <a:moveTo>
                  <a:pt x="0" y="0"/>
                </a:moveTo>
                <a:lnTo>
                  <a:pt x="1391" y="0"/>
                </a:lnTo>
                <a:lnTo>
                  <a:pt x="1368" y="72"/>
                </a:lnTo>
                <a:cubicBezTo>
                  <a:pt x="1090" y="956"/>
                  <a:pt x="700" y="1700"/>
                  <a:pt x="236" y="2234"/>
                </a:cubicBezTo>
                <a:lnTo>
                  <a:pt x="226" y="2244"/>
                </a:lnTo>
                <a:lnTo>
                  <a:pt x="0" y="224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23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3" name="任意多边形 12"/>
          <p:cNvSpPr>
            <a:spLocks noGrp="1"/>
          </p:cNvSpPr>
          <p:nvPr/>
        </p:nvSpPr>
        <p:spPr>
          <a:xfrm>
            <a:off x="4062730" y="6325235"/>
            <a:ext cx="747066" cy="532765"/>
          </a:xfrm>
          <a:custGeom>
            <a:avLst/>
            <a:gdLst/>
            <a:ahLst/>
            <a:cxnLst/>
            <a:rect l="l" t="t" r="r" b="b"/>
            <a:pathLst>
              <a:path w="1176" h="839">
                <a:moveTo>
                  <a:pt x="0" y="0"/>
                </a:moveTo>
                <a:lnTo>
                  <a:pt x="1176" y="0"/>
                </a:lnTo>
                <a:lnTo>
                  <a:pt x="1148" y="51"/>
                </a:lnTo>
                <a:cubicBezTo>
                  <a:pt x="982" y="344"/>
                  <a:pt x="800" y="605"/>
                  <a:pt x="606" y="829"/>
                </a:cubicBezTo>
                <a:lnTo>
                  <a:pt x="596" y="839"/>
                </a:lnTo>
                <a:lnTo>
                  <a:pt x="226" y="839"/>
                </a:lnTo>
                <a:lnTo>
                  <a:pt x="0" y="83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23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/>
      <p:sp>
        <p:nvSpPr>
          <p:cNvPr id="36" name="矩形: 圆角 3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" name="矩形: 圆角 65"/>
          <p:cNvSpPr>
            <a:spLocks noGrp="1"/>
          </p:cNvSpPr>
          <p:nvPr/>
        </p:nvSpPr>
        <p:spPr>
          <a:xfrm flipH="1">
            <a:off x="3579495" y="4777105"/>
            <a:ext cx="1502410" cy="1621155"/>
          </a:xfrm>
          <a:prstGeom prst="roundRect">
            <a:avLst>
              <a:gd name="adj" fmla="val 5206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  <a:effectLst>
            <a:outerShdw blurRad="254000" dist="38100" dir="2700000" algn="tl" rotWithShape="0">
              <a:schemeClr val="accent2">
                <a:lumMod val="2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: 圆角 66"/>
          <p:cNvSpPr>
            <a:spLocks noGrp="1"/>
          </p:cNvSpPr>
          <p:nvPr/>
        </p:nvSpPr>
        <p:spPr>
          <a:xfrm flipH="1">
            <a:off x="3656965" y="4901565"/>
            <a:ext cx="1345565" cy="1423670"/>
          </a:xfrm>
          <a:prstGeom prst="roundRect">
            <a:avLst>
              <a:gd name="adj" fmla="val 2367"/>
            </a:avLst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ang="5400000" scaled="1"/>
            <a:tileRect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任意多边形: 形状 67"/>
          <p:cNvSpPr>
            <a:spLocks noGrp="1"/>
          </p:cNvSpPr>
          <p:nvPr/>
        </p:nvSpPr>
        <p:spPr>
          <a:xfrm flipH="1">
            <a:off x="3905885" y="4572635"/>
            <a:ext cx="808990" cy="353695"/>
          </a:xfrm>
          <a:custGeom>
            <a:avLst/>
            <a:gdLst>
              <a:gd name="connsiteX0" fmla="*/ 663334 w 1326668"/>
              <a:gd name="connsiteY0" fmla="*/ 114897 h 579857"/>
              <a:gd name="connsiteX1" fmla="*/ 599952 w 1326668"/>
              <a:gd name="connsiteY1" fmla="*/ 178279 h 579857"/>
              <a:gd name="connsiteX2" fmla="*/ 663334 w 1326668"/>
              <a:gd name="connsiteY2" fmla="*/ 241661 h 579857"/>
              <a:gd name="connsiteX3" fmla="*/ 726716 w 1326668"/>
              <a:gd name="connsiteY3" fmla="*/ 178279 h 579857"/>
              <a:gd name="connsiteX4" fmla="*/ 663334 w 1326668"/>
              <a:gd name="connsiteY4" fmla="*/ 114897 h 579857"/>
              <a:gd name="connsiteX5" fmla="*/ 663334 w 1326668"/>
              <a:gd name="connsiteY5" fmla="*/ 0 h 579857"/>
              <a:gd name="connsiteX6" fmla="*/ 841613 w 1326668"/>
              <a:gd name="connsiteY6" fmla="*/ 178279 h 579857"/>
              <a:gd name="connsiteX7" fmla="*/ 827603 w 1326668"/>
              <a:gd name="connsiteY7" fmla="*/ 247673 h 579857"/>
              <a:gd name="connsiteX8" fmla="*/ 800511 w 1326668"/>
              <a:gd name="connsiteY8" fmla="*/ 287856 h 579857"/>
              <a:gd name="connsiteX9" fmla="*/ 1180667 w 1326668"/>
              <a:gd name="connsiteY9" fmla="*/ 287856 h 579857"/>
              <a:gd name="connsiteX10" fmla="*/ 1326668 w 1326668"/>
              <a:gd name="connsiteY10" fmla="*/ 433857 h 579857"/>
              <a:gd name="connsiteX11" fmla="*/ 1326667 w 1326668"/>
              <a:gd name="connsiteY11" fmla="*/ 579857 h 579857"/>
              <a:gd name="connsiteX12" fmla="*/ 0 w 1326668"/>
              <a:gd name="connsiteY12" fmla="*/ 579857 h 579857"/>
              <a:gd name="connsiteX13" fmla="*/ 0 w 1326668"/>
              <a:gd name="connsiteY13" fmla="*/ 433857 h 579857"/>
              <a:gd name="connsiteX14" fmla="*/ 146001 w 1326668"/>
              <a:gd name="connsiteY14" fmla="*/ 287856 h 579857"/>
              <a:gd name="connsiteX15" fmla="*/ 526157 w 1326668"/>
              <a:gd name="connsiteY15" fmla="*/ 287856 h 579857"/>
              <a:gd name="connsiteX16" fmla="*/ 499065 w 1326668"/>
              <a:gd name="connsiteY16" fmla="*/ 247673 h 579857"/>
              <a:gd name="connsiteX17" fmla="*/ 485055 w 1326668"/>
              <a:gd name="connsiteY17" fmla="*/ 178279 h 579857"/>
              <a:gd name="connsiteX18" fmla="*/ 663334 w 1326668"/>
              <a:gd name="connsiteY18" fmla="*/ 0 h 579857"/>
            </a:gdLst>
            <a:ahLst/>
            <a:cxnLst/>
            <a:rect l="l" t="t" r="r" b="b"/>
            <a:pathLst>
              <a:path w="1326668" h="579857">
                <a:moveTo>
                  <a:pt x="663334" y="114897"/>
                </a:moveTo>
                <a:cubicBezTo>
                  <a:pt x="628329" y="114897"/>
                  <a:pt x="599952" y="143274"/>
                  <a:pt x="599952" y="178279"/>
                </a:cubicBezTo>
                <a:cubicBezTo>
                  <a:pt x="599952" y="213284"/>
                  <a:pt x="628329" y="241661"/>
                  <a:pt x="663334" y="241661"/>
                </a:cubicBezTo>
                <a:cubicBezTo>
                  <a:pt x="698339" y="241661"/>
                  <a:pt x="726716" y="213284"/>
                  <a:pt x="726716" y="178279"/>
                </a:cubicBezTo>
                <a:cubicBezTo>
                  <a:pt x="726716" y="143274"/>
                  <a:pt x="698339" y="114897"/>
                  <a:pt x="663334" y="114897"/>
                </a:cubicBezTo>
                <a:close/>
                <a:moveTo>
                  <a:pt x="663334" y="0"/>
                </a:moveTo>
                <a:cubicBezTo>
                  <a:pt x="761795" y="0"/>
                  <a:pt x="841613" y="79818"/>
                  <a:pt x="841613" y="178279"/>
                </a:cubicBezTo>
                <a:cubicBezTo>
                  <a:pt x="841613" y="202894"/>
                  <a:pt x="836624" y="226344"/>
                  <a:pt x="827603" y="247673"/>
                </a:cubicBezTo>
                <a:lnTo>
                  <a:pt x="800511" y="287856"/>
                </a:lnTo>
                <a:lnTo>
                  <a:pt x="1180667" y="287856"/>
                </a:lnTo>
                <a:cubicBezTo>
                  <a:pt x="1261301" y="287856"/>
                  <a:pt x="1326668" y="353223"/>
                  <a:pt x="1326668" y="433857"/>
                </a:cubicBezTo>
                <a:cubicBezTo>
                  <a:pt x="1326668" y="482524"/>
                  <a:pt x="1326667" y="531190"/>
                  <a:pt x="1326667" y="579857"/>
                </a:cubicBezTo>
                <a:lnTo>
                  <a:pt x="0" y="579857"/>
                </a:lnTo>
                <a:lnTo>
                  <a:pt x="0" y="433857"/>
                </a:lnTo>
                <a:cubicBezTo>
                  <a:pt x="0" y="353223"/>
                  <a:pt x="65367" y="287856"/>
                  <a:pt x="146001" y="287856"/>
                </a:cubicBezTo>
                <a:lnTo>
                  <a:pt x="526157" y="287856"/>
                </a:lnTo>
                <a:lnTo>
                  <a:pt x="499065" y="247673"/>
                </a:lnTo>
                <a:cubicBezTo>
                  <a:pt x="490044" y="226344"/>
                  <a:pt x="485055" y="202894"/>
                  <a:pt x="485055" y="178279"/>
                </a:cubicBezTo>
                <a:cubicBezTo>
                  <a:pt x="485055" y="79818"/>
                  <a:pt x="564873" y="0"/>
                  <a:pt x="663334" y="0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9000"/>
                  <a:lumOff val="91000"/>
                </a:schemeClr>
              </a:gs>
              <a:gs pos="100000">
                <a:schemeClr val="accent1">
                  <a:lumMod val="46000"/>
                  <a:lumOff val="54000"/>
                </a:schemeClr>
              </a:gs>
            </a:gsLst>
            <a:lin ang="2700000" scaled="0"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: 圆顶角 68"/>
          <p:cNvSpPr>
            <a:spLocks noGrp="1"/>
          </p:cNvSpPr>
          <p:nvPr/>
        </p:nvSpPr>
        <p:spPr>
          <a:xfrm flipH="1" flipV="1">
            <a:off x="3910330" y="4886960"/>
            <a:ext cx="817880" cy="46355"/>
          </a:xfrm>
          <a:prstGeom prst="round2SameRect">
            <a:avLst>
              <a:gd name="adj1" fmla="val 50000"/>
              <a:gd name="adj2" fmla="val 0"/>
            </a:avLst>
          </a:prstGeom>
          <a:gradFill rotWithShape="1">
            <a:gsLst>
              <a:gs pos="0">
                <a:schemeClr val="accent1">
                  <a:lumMod val="17000"/>
                  <a:lumOff val="83000"/>
                </a:schemeClr>
              </a:gs>
              <a:gs pos="100000">
                <a:schemeClr val="accent1">
                  <a:lumMod val="55000"/>
                  <a:lumOff val="4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椭圆 69"/>
          <p:cNvSpPr>
            <a:spLocks noGrp="1"/>
          </p:cNvSpPr>
          <p:nvPr/>
        </p:nvSpPr>
        <p:spPr>
          <a:xfrm flipH="1">
            <a:off x="4169410" y="5033645"/>
            <a:ext cx="311785" cy="311785"/>
          </a:xfrm>
          <a:prstGeom prst="ellipse">
            <a:avLst/>
          </a:prstGeom>
          <a:gradFill rotWithShape="1">
            <a:gsLst>
              <a:gs pos="0">
                <a:schemeClr val="accent2">
                  <a:lumMod val="55000"/>
                  <a:lumOff val="45000"/>
                </a:schemeClr>
              </a:gs>
              <a:gs pos="100000">
                <a:schemeClr val="accent1">
                  <a:lumMod val="21000"/>
                  <a:lumOff val="79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加号 70"/>
          <p:cNvSpPr>
            <a:spLocks noGrp="1"/>
          </p:cNvSpPr>
          <p:nvPr/>
        </p:nvSpPr>
        <p:spPr>
          <a:xfrm flipH="1">
            <a:off x="4196715" y="5073650"/>
            <a:ext cx="245110" cy="245110"/>
          </a:xfrm>
          <a:prstGeom prst="mathPlus">
            <a:avLst>
              <a:gd name="adj1" fmla="val 26726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矩形: 圆角 71"/>
          <p:cNvSpPr>
            <a:spLocks noGrp="1"/>
          </p:cNvSpPr>
          <p:nvPr/>
        </p:nvSpPr>
        <p:spPr>
          <a:xfrm flipH="1">
            <a:off x="3740785" y="5424170"/>
            <a:ext cx="1176020" cy="146685"/>
          </a:xfrm>
          <a:prstGeom prst="roundRect">
            <a:avLst/>
          </a:prstGeom>
          <a:gradFill rotWithShape="1">
            <a:gsLst>
              <a:gs pos="0">
                <a:schemeClr val="accent1">
                  <a:lumMod val="13000"/>
                  <a:lumOff val="87000"/>
                </a:schemeClr>
              </a:gs>
              <a:gs pos="100000">
                <a:schemeClr val="accent1">
                  <a:lumMod val="17000"/>
                  <a:lumOff val="8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: 圆角 72"/>
          <p:cNvSpPr>
            <a:spLocks noGrp="1"/>
          </p:cNvSpPr>
          <p:nvPr/>
        </p:nvSpPr>
        <p:spPr>
          <a:xfrm flipH="1">
            <a:off x="4566920" y="5603240"/>
            <a:ext cx="351155" cy="289560"/>
          </a:xfrm>
          <a:prstGeom prst="roundRect">
            <a:avLst>
              <a:gd name="adj" fmla="val 11241"/>
            </a:avLst>
          </a:prstGeom>
          <a:gradFill rotWithShape="1">
            <a:gsLst>
              <a:gs pos="0">
                <a:schemeClr val="accent1">
                  <a:lumMod val="13000"/>
                  <a:lumOff val="87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: 圆角 73"/>
          <p:cNvSpPr>
            <a:spLocks noGrp="1"/>
          </p:cNvSpPr>
          <p:nvPr/>
        </p:nvSpPr>
        <p:spPr>
          <a:xfrm flipH="1">
            <a:off x="3740785" y="5603240"/>
            <a:ext cx="777240" cy="289560"/>
          </a:xfrm>
          <a:prstGeom prst="roundRect">
            <a:avLst>
              <a:gd name="adj" fmla="val 11241"/>
            </a:avLst>
          </a:prstGeom>
          <a:gradFill rotWithShape="1">
            <a:gsLst>
              <a:gs pos="0">
                <a:schemeClr val="accent1">
                  <a:lumMod val="13000"/>
                  <a:lumOff val="87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矩形: 圆角 74"/>
          <p:cNvSpPr>
            <a:spLocks noGrp="1"/>
          </p:cNvSpPr>
          <p:nvPr/>
        </p:nvSpPr>
        <p:spPr>
          <a:xfrm flipH="1">
            <a:off x="4570730" y="5939790"/>
            <a:ext cx="351155" cy="289560"/>
          </a:xfrm>
          <a:prstGeom prst="roundRect">
            <a:avLst>
              <a:gd name="adj" fmla="val 11241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: 圆角 75"/>
          <p:cNvSpPr>
            <a:spLocks noGrp="1"/>
          </p:cNvSpPr>
          <p:nvPr/>
        </p:nvSpPr>
        <p:spPr>
          <a:xfrm flipH="1">
            <a:off x="3744595" y="5939790"/>
            <a:ext cx="777240" cy="289560"/>
          </a:xfrm>
          <a:prstGeom prst="roundRect">
            <a:avLst>
              <a:gd name="adj" fmla="val 11241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任意多边形: 形状 77"/>
          <p:cNvSpPr>
            <a:spLocks noGrp="1"/>
          </p:cNvSpPr>
          <p:nvPr/>
        </p:nvSpPr>
        <p:spPr>
          <a:xfrm flipH="1">
            <a:off x="3536315" y="4958080"/>
            <a:ext cx="219710" cy="1388110"/>
          </a:xfrm>
          <a:custGeom>
            <a:avLst/>
            <a:gdLst>
              <a:gd name="connsiteX0" fmla="*/ 144000 w 288000"/>
              <a:gd name="connsiteY0" fmla="*/ 0 h 1816908"/>
              <a:gd name="connsiteX1" fmla="*/ 221087 w 288000"/>
              <a:gd name="connsiteY1" fmla="*/ 77087 h 1816908"/>
              <a:gd name="connsiteX2" fmla="*/ 221087 w 288000"/>
              <a:gd name="connsiteY2" fmla="*/ 284505 h 1816908"/>
              <a:gd name="connsiteX3" fmla="*/ 245824 w 288000"/>
              <a:gd name="connsiteY3" fmla="*/ 301183 h 1816908"/>
              <a:gd name="connsiteX4" fmla="*/ 288000 w 288000"/>
              <a:gd name="connsiteY4" fmla="*/ 403006 h 1816908"/>
              <a:gd name="connsiteX5" fmla="*/ 288000 w 288000"/>
              <a:gd name="connsiteY5" fmla="*/ 1672908 h 1816908"/>
              <a:gd name="connsiteX6" fmla="*/ 144000 w 288000"/>
              <a:gd name="connsiteY6" fmla="*/ 1816908 h 1816908"/>
              <a:gd name="connsiteX7" fmla="*/ 0 w 288000"/>
              <a:gd name="connsiteY7" fmla="*/ 1672908 h 1816908"/>
              <a:gd name="connsiteX8" fmla="*/ 0 w 288000"/>
              <a:gd name="connsiteY8" fmla="*/ 403006 h 1816908"/>
              <a:gd name="connsiteX9" fmla="*/ 42177 w 288000"/>
              <a:gd name="connsiteY9" fmla="*/ 301183 h 1816908"/>
              <a:gd name="connsiteX10" fmla="*/ 66913 w 288000"/>
              <a:gd name="connsiteY10" fmla="*/ 284505 h 1816908"/>
              <a:gd name="connsiteX11" fmla="*/ 66913 w 288000"/>
              <a:gd name="connsiteY11" fmla="*/ 77087 h 1816908"/>
              <a:gd name="connsiteX12" fmla="*/ 144000 w 288000"/>
              <a:gd name="connsiteY12" fmla="*/ 0 h 1816908"/>
            </a:gdLst>
            <a:ahLst/>
            <a:cxnLst/>
            <a:rect l="l" t="t" r="r" b="b"/>
            <a:pathLst>
              <a:path w="288000" h="1816908">
                <a:moveTo>
                  <a:pt x="144000" y="0"/>
                </a:moveTo>
                <a:cubicBezTo>
                  <a:pt x="186574" y="0"/>
                  <a:pt x="221087" y="34513"/>
                  <a:pt x="221087" y="77087"/>
                </a:cubicBezTo>
                <a:lnTo>
                  <a:pt x="221087" y="284505"/>
                </a:lnTo>
                <a:lnTo>
                  <a:pt x="245824" y="301183"/>
                </a:lnTo>
                <a:cubicBezTo>
                  <a:pt x="271882" y="327242"/>
                  <a:pt x="288000" y="363242"/>
                  <a:pt x="288000" y="403006"/>
                </a:cubicBezTo>
                <a:lnTo>
                  <a:pt x="288000" y="1672908"/>
                </a:lnTo>
                <a:cubicBezTo>
                  <a:pt x="288000" y="1752437"/>
                  <a:pt x="223529" y="1816908"/>
                  <a:pt x="144000" y="1816908"/>
                </a:cubicBezTo>
                <a:cubicBezTo>
                  <a:pt x="64471" y="1816908"/>
                  <a:pt x="0" y="1752437"/>
                  <a:pt x="0" y="1672908"/>
                </a:cubicBezTo>
                <a:lnTo>
                  <a:pt x="0" y="403006"/>
                </a:lnTo>
                <a:cubicBezTo>
                  <a:pt x="0" y="363242"/>
                  <a:pt x="16118" y="327242"/>
                  <a:pt x="42177" y="301183"/>
                </a:cubicBezTo>
                <a:lnTo>
                  <a:pt x="66913" y="284505"/>
                </a:lnTo>
                <a:lnTo>
                  <a:pt x="66913" y="77087"/>
                </a:lnTo>
                <a:cubicBezTo>
                  <a:pt x="66913" y="34513"/>
                  <a:pt x="101426" y="0"/>
                  <a:pt x="144000" y="0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17000"/>
                  <a:lumOff val="83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任意多边形: 形状 78"/>
          <p:cNvSpPr>
            <a:spLocks noGrp="1"/>
          </p:cNvSpPr>
          <p:nvPr/>
        </p:nvSpPr>
        <p:spPr>
          <a:xfrm flipH="1">
            <a:off x="3587115" y="4956810"/>
            <a:ext cx="117475" cy="157480"/>
          </a:xfrm>
          <a:custGeom>
            <a:avLst/>
            <a:gdLst>
              <a:gd name="connsiteX0" fmla="*/ 77087 w 154174"/>
              <a:gd name="connsiteY0" fmla="*/ 0 h 205865"/>
              <a:gd name="connsiteX1" fmla="*/ 154174 w 154174"/>
              <a:gd name="connsiteY1" fmla="*/ 77087 h 205865"/>
              <a:gd name="connsiteX2" fmla="*/ 154174 w 154174"/>
              <a:gd name="connsiteY2" fmla="*/ 205865 h 205865"/>
              <a:gd name="connsiteX3" fmla="*/ 0 w 154174"/>
              <a:gd name="connsiteY3" fmla="*/ 205865 h 205865"/>
              <a:gd name="connsiteX4" fmla="*/ 0 w 154174"/>
              <a:gd name="connsiteY4" fmla="*/ 77087 h 205865"/>
              <a:gd name="connsiteX5" fmla="*/ 77087 w 154174"/>
              <a:gd name="connsiteY5" fmla="*/ 0 h 205865"/>
            </a:gdLst>
            <a:ahLst/>
            <a:cxnLst/>
            <a:rect l="l" t="t" r="r" b="b"/>
            <a:pathLst>
              <a:path w="154174" h="205865">
                <a:moveTo>
                  <a:pt x="77087" y="0"/>
                </a:moveTo>
                <a:cubicBezTo>
                  <a:pt x="119661" y="0"/>
                  <a:pt x="154174" y="34513"/>
                  <a:pt x="154174" y="77087"/>
                </a:cubicBezTo>
                <a:lnTo>
                  <a:pt x="154174" y="205865"/>
                </a:lnTo>
                <a:lnTo>
                  <a:pt x="0" y="205865"/>
                </a:lnTo>
                <a:lnTo>
                  <a:pt x="0" y="77087"/>
                </a:lnTo>
                <a:cubicBezTo>
                  <a:pt x="0" y="34513"/>
                  <a:pt x="34513" y="0"/>
                  <a:pt x="77087" y="0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71000"/>
                  <a:lumOff val="29000"/>
                </a:schemeClr>
              </a:gs>
              <a:gs pos="100000">
                <a:schemeClr val="accent1">
                  <a:lumMod val="21000"/>
                  <a:lumOff val="79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 flipH="1">
            <a:off x="3629025" y="5112385"/>
            <a:ext cx="34925" cy="1232535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Parallelogram 121"/>
          <p:cNvSpPr>
            <a:spLocks noGrp="1"/>
          </p:cNvSpPr>
          <p:nvPr/>
        </p:nvSpPr>
        <p:spPr>
          <a:xfrm>
            <a:off x="7236460" y="4704715"/>
            <a:ext cx="147320" cy="1985010"/>
          </a:xfrm>
          <a:custGeom>
            <a:avLst/>
            <a:gdLst>
              <a:gd name="connsiteX0" fmla="*/ 0 w 158419"/>
              <a:gd name="connsiteY0" fmla="*/ 0 h 2132444"/>
              <a:gd name="connsiteX1" fmla="*/ 158419 w 158419"/>
              <a:gd name="connsiteY1" fmla="*/ 39606 h 2132444"/>
              <a:gd name="connsiteX2" fmla="*/ 158419 w 158419"/>
              <a:gd name="connsiteY2" fmla="*/ 2132444 h 2132444"/>
              <a:gd name="connsiteX3" fmla="*/ 2 w 158419"/>
              <a:gd name="connsiteY3" fmla="*/ 2092839 h 2132444"/>
            </a:gdLst>
            <a:ahLst/>
            <a:cxnLst/>
            <a:rect l="l" t="t" r="r" b="b"/>
            <a:pathLst>
              <a:path w="158419" h="2132444">
                <a:moveTo>
                  <a:pt x="0" y="0"/>
                </a:moveTo>
                <a:lnTo>
                  <a:pt x="158419" y="39606"/>
                </a:lnTo>
                <a:lnTo>
                  <a:pt x="158419" y="2132444"/>
                </a:lnTo>
                <a:lnTo>
                  <a:pt x="2" y="2092839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21000"/>
                  <a:lumOff val="79000"/>
                </a:schemeClr>
              </a:gs>
              <a:gs pos="100000">
                <a:schemeClr val="accent1">
                  <a:lumMod val="46000"/>
                  <a:lumOff val="54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6899910" y="4704080"/>
            <a:ext cx="336550" cy="1900555"/>
          </a:xfrm>
          <a:prstGeom prst="rect">
            <a:avLst/>
          </a:prstGeom>
          <a:gradFill rotWithShape="1">
            <a:gsLst>
              <a:gs pos="0">
                <a:schemeClr val="accent1">
                  <a:lumMod val="21000"/>
                  <a:lumOff val="79000"/>
                </a:schemeClr>
              </a:gs>
              <a:gs pos="100000">
                <a:schemeClr val="accent1">
                  <a:lumMod val="46000"/>
                  <a:lumOff val="54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6899910" y="4704080"/>
            <a:ext cx="336550" cy="67945"/>
          </a:xfrm>
          <a:prstGeom prst="rect">
            <a:avLst/>
          </a:prstGeom>
          <a:gradFill rotWithShape="1">
            <a:gsLst>
              <a:gs pos="0">
                <a:schemeClr val="accent1">
                  <a:lumMod val="21000"/>
                  <a:lumOff val="79000"/>
                </a:schemeClr>
              </a:gs>
              <a:gs pos="100000">
                <a:schemeClr val="accent1">
                  <a:lumMod val="46000"/>
                  <a:lumOff val="54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椭圆 99"/>
          <p:cNvSpPr>
            <a:spLocks noGrp="1"/>
          </p:cNvSpPr>
          <p:nvPr/>
        </p:nvSpPr>
        <p:spPr>
          <a:xfrm>
            <a:off x="7000875" y="4874895"/>
            <a:ext cx="119380" cy="118745"/>
          </a:xfrm>
          <a:prstGeom prst="ellipse">
            <a:avLst/>
          </a:prstGeom>
          <a:gradFill rotWithShape="1">
            <a:gsLst>
              <a:gs pos="0">
                <a:schemeClr val="accent1">
                  <a:lumMod val="21000"/>
                  <a:lumOff val="79000"/>
                </a:schemeClr>
              </a:gs>
              <a:gs pos="100000">
                <a:schemeClr val="accent1">
                  <a:lumMod val="46000"/>
                  <a:lumOff val="54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Parallelogram 121"/>
          <p:cNvSpPr>
            <a:spLocks noGrp="1"/>
          </p:cNvSpPr>
          <p:nvPr/>
        </p:nvSpPr>
        <p:spPr>
          <a:xfrm>
            <a:off x="7616825" y="4807585"/>
            <a:ext cx="147320" cy="1985010"/>
          </a:xfrm>
          <a:custGeom>
            <a:avLst/>
            <a:gdLst>
              <a:gd name="connsiteX0" fmla="*/ 0 w 158419"/>
              <a:gd name="connsiteY0" fmla="*/ 0 h 2132444"/>
              <a:gd name="connsiteX1" fmla="*/ 158419 w 158419"/>
              <a:gd name="connsiteY1" fmla="*/ 39606 h 2132444"/>
              <a:gd name="connsiteX2" fmla="*/ 158419 w 158419"/>
              <a:gd name="connsiteY2" fmla="*/ 2132444 h 2132444"/>
              <a:gd name="connsiteX3" fmla="*/ 2 w 158419"/>
              <a:gd name="connsiteY3" fmla="*/ 2092839 h 2132444"/>
            </a:gdLst>
            <a:ahLst/>
            <a:cxnLst/>
            <a:rect l="l" t="t" r="r" b="b"/>
            <a:pathLst>
              <a:path w="158419" h="2132444">
                <a:moveTo>
                  <a:pt x="0" y="0"/>
                </a:moveTo>
                <a:lnTo>
                  <a:pt x="158419" y="39606"/>
                </a:lnTo>
                <a:lnTo>
                  <a:pt x="158419" y="2132444"/>
                </a:lnTo>
                <a:lnTo>
                  <a:pt x="2" y="2092839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21000"/>
                  <a:lumOff val="79000"/>
                </a:schemeClr>
              </a:gs>
              <a:gs pos="100000">
                <a:schemeClr val="accent1">
                  <a:lumMod val="55000"/>
                  <a:lumOff val="4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7280275" y="4806950"/>
            <a:ext cx="336550" cy="1900555"/>
          </a:xfrm>
          <a:prstGeom prst="rect">
            <a:avLst/>
          </a:prstGeom>
          <a:gradFill rotWithShape="1">
            <a:gsLst>
              <a:gs pos="0">
                <a:schemeClr val="accent1">
                  <a:lumMod val="13000"/>
                  <a:lumOff val="87000"/>
                </a:schemeClr>
              </a:gs>
              <a:gs pos="100000">
                <a:schemeClr val="accent1">
                  <a:lumMod val="55000"/>
                  <a:lumOff val="4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7280275" y="4806950"/>
            <a:ext cx="336550" cy="67945"/>
          </a:xfrm>
          <a:prstGeom prst="rect">
            <a:avLst/>
          </a:prstGeom>
          <a:gradFill rotWithShape="1">
            <a:gsLst>
              <a:gs pos="0">
                <a:schemeClr val="accent1">
                  <a:lumMod val="21000"/>
                  <a:lumOff val="79000"/>
                </a:schemeClr>
              </a:gs>
              <a:gs pos="100000">
                <a:schemeClr val="accent1">
                  <a:lumMod val="55000"/>
                  <a:lumOff val="4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椭圆 94"/>
          <p:cNvSpPr>
            <a:spLocks noGrp="1"/>
          </p:cNvSpPr>
          <p:nvPr/>
        </p:nvSpPr>
        <p:spPr>
          <a:xfrm>
            <a:off x="7381240" y="4977765"/>
            <a:ext cx="119380" cy="118745"/>
          </a:xfrm>
          <a:prstGeom prst="ellipse">
            <a:avLst/>
          </a:prstGeom>
          <a:gradFill rotWithShape="1">
            <a:gsLst>
              <a:gs pos="0">
                <a:schemeClr val="accent1">
                  <a:lumMod val="21000"/>
                  <a:lumOff val="79000"/>
                </a:schemeClr>
              </a:gs>
              <a:gs pos="100000">
                <a:schemeClr val="accent1">
                  <a:lumMod val="55000"/>
                  <a:lumOff val="4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Parallelogram 121"/>
          <p:cNvSpPr>
            <a:spLocks noGrp="1"/>
          </p:cNvSpPr>
          <p:nvPr/>
        </p:nvSpPr>
        <p:spPr>
          <a:xfrm>
            <a:off x="7997825" y="4704715"/>
            <a:ext cx="147320" cy="1985010"/>
          </a:xfrm>
          <a:custGeom>
            <a:avLst/>
            <a:gdLst>
              <a:gd name="connsiteX0" fmla="*/ 0 w 158419"/>
              <a:gd name="connsiteY0" fmla="*/ 0 h 2132444"/>
              <a:gd name="connsiteX1" fmla="*/ 158419 w 158419"/>
              <a:gd name="connsiteY1" fmla="*/ 39606 h 2132444"/>
              <a:gd name="connsiteX2" fmla="*/ 158419 w 158419"/>
              <a:gd name="connsiteY2" fmla="*/ 2132444 h 2132444"/>
              <a:gd name="connsiteX3" fmla="*/ 2 w 158419"/>
              <a:gd name="connsiteY3" fmla="*/ 2092839 h 2132444"/>
            </a:gdLst>
            <a:ahLst/>
            <a:cxnLst/>
            <a:rect l="l" t="t" r="r" b="b"/>
            <a:pathLst>
              <a:path w="158419" h="2132444">
                <a:moveTo>
                  <a:pt x="0" y="0"/>
                </a:moveTo>
                <a:lnTo>
                  <a:pt x="158419" y="39606"/>
                </a:lnTo>
                <a:lnTo>
                  <a:pt x="158419" y="2132444"/>
                </a:lnTo>
                <a:lnTo>
                  <a:pt x="2" y="209283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"/>
                  <a:lumOff val="91000"/>
                </a:schemeClr>
              </a:gs>
              <a:gs pos="99000">
                <a:schemeClr val="accent1">
                  <a:lumMod val="80000"/>
                  <a:lumOff val="20000"/>
                </a:schemeClr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7661275" y="4704080"/>
            <a:ext cx="336550" cy="1900555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9000">
                <a:schemeClr val="accent1">
                  <a:lumMod val="67000"/>
                  <a:lumOff val="33000"/>
                </a:schemeClr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7661275" y="4704080"/>
            <a:ext cx="336550" cy="6794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椭圆 89"/>
          <p:cNvSpPr>
            <a:spLocks noGrp="1"/>
          </p:cNvSpPr>
          <p:nvPr/>
        </p:nvSpPr>
        <p:spPr>
          <a:xfrm>
            <a:off x="7762240" y="4874895"/>
            <a:ext cx="119380" cy="118745"/>
          </a:xfrm>
          <a:prstGeom prst="ellipse">
            <a:avLst/>
          </a:prstGeom>
          <a:gradFill>
            <a:gsLst>
              <a:gs pos="0">
                <a:schemeClr val="accent1">
                  <a:lumMod val="9000"/>
                  <a:lumOff val="91000"/>
                </a:schemeClr>
              </a:gs>
              <a:gs pos="99000">
                <a:schemeClr val="accent1">
                  <a:lumMod val="80000"/>
                  <a:lumOff val="20000"/>
                </a:schemeClr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305165" y="5153025"/>
            <a:ext cx="222250" cy="182880"/>
          </a:xfrm>
          <a:prstGeom prst="rect">
            <a:avLst/>
          </a:prstGeom>
          <a:gradFill rotWithShape="1">
            <a:gsLst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25000"/>
                  <a:lumOff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: 圆角 50"/>
          <p:cNvSpPr>
            <a:spLocks noGrp="1"/>
          </p:cNvSpPr>
          <p:nvPr/>
        </p:nvSpPr>
        <p:spPr>
          <a:xfrm>
            <a:off x="8166735" y="5110480"/>
            <a:ext cx="443865" cy="666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1">
                  <a:lumMod val="30000"/>
                  <a:lumOff val="7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: 圆角 51"/>
          <p:cNvSpPr>
            <a:spLocks noGrp="1"/>
          </p:cNvSpPr>
          <p:nvPr/>
        </p:nvSpPr>
        <p:spPr>
          <a:xfrm>
            <a:off x="8056245" y="5426710"/>
            <a:ext cx="836930" cy="994410"/>
          </a:xfrm>
          <a:prstGeom prst="roundRect">
            <a:avLst>
              <a:gd name="adj" fmla="val 24331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任意多边形: 形状 58"/>
          <p:cNvSpPr>
            <a:spLocks noGrp="1"/>
          </p:cNvSpPr>
          <p:nvPr/>
        </p:nvSpPr>
        <p:spPr>
          <a:xfrm>
            <a:off x="8173085" y="5286375"/>
            <a:ext cx="76200" cy="182880"/>
          </a:xfrm>
          <a:custGeom>
            <a:avLst/>
            <a:gdLst>
              <a:gd name="connsiteX0" fmla="*/ 0 w 123362"/>
              <a:gd name="connsiteY0" fmla="*/ 0 h 297207"/>
              <a:gd name="connsiteX1" fmla="*/ 123362 w 123362"/>
              <a:gd name="connsiteY1" fmla="*/ 0 h 297207"/>
              <a:gd name="connsiteX2" fmla="*/ 123362 w 123362"/>
              <a:gd name="connsiteY2" fmla="*/ 297207 h 297207"/>
              <a:gd name="connsiteX3" fmla="*/ 0 w 123362"/>
              <a:gd name="connsiteY3" fmla="*/ 297207 h 297207"/>
            </a:gdLst>
            <a:ahLst/>
            <a:cxnLst/>
            <a:rect l="l" t="t" r="r" b="b"/>
            <a:pathLst>
              <a:path w="123362" h="297207">
                <a:moveTo>
                  <a:pt x="0" y="0"/>
                </a:moveTo>
                <a:lnTo>
                  <a:pt x="123362" y="0"/>
                </a:lnTo>
                <a:lnTo>
                  <a:pt x="123362" y="297207"/>
                </a:lnTo>
                <a:lnTo>
                  <a:pt x="0" y="29720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46000"/>
                  <a:lumOff val="54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任意多边形: 形状 59"/>
          <p:cNvSpPr>
            <a:spLocks noGrp="1"/>
          </p:cNvSpPr>
          <p:nvPr/>
        </p:nvSpPr>
        <p:spPr>
          <a:xfrm>
            <a:off x="8249285" y="5286375"/>
            <a:ext cx="76200" cy="182880"/>
          </a:xfrm>
          <a:custGeom>
            <a:avLst/>
            <a:gdLst>
              <a:gd name="connsiteX0" fmla="*/ 0 w 123363"/>
              <a:gd name="connsiteY0" fmla="*/ 0 h 297207"/>
              <a:gd name="connsiteX1" fmla="*/ 123363 w 123363"/>
              <a:gd name="connsiteY1" fmla="*/ 0 h 297207"/>
              <a:gd name="connsiteX2" fmla="*/ 123363 w 123363"/>
              <a:gd name="connsiteY2" fmla="*/ 297207 h 297207"/>
              <a:gd name="connsiteX3" fmla="*/ 0 w 123363"/>
              <a:gd name="connsiteY3" fmla="*/ 297207 h 297207"/>
            </a:gdLst>
            <a:ahLst/>
            <a:cxnLst/>
            <a:rect l="l" t="t" r="r" b="b"/>
            <a:pathLst>
              <a:path w="123363" h="297207">
                <a:moveTo>
                  <a:pt x="0" y="0"/>
                </a:moveTo>
                <a:lnTo>
                  <a:pt x="123363" y="0"/>
                </a:lnTo>
                <a:lnTo>
                  <a:pt x="123363" y="297207"/>
                </a:lnTo>
                <a:lnTo>
                  <a:pt x="0" y="29720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46000"/>
                  <a:lumOff val="54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任意多边形: 形状 60"/>
          <p:cNvSpPr>
            <a:spLocks noGrp="1"/>
          </p:cNvSpPr>
          <p:nvPr/>
        </p:nvSpPr>
        <p:spPr>
          <a:xfrm>
            <a:off x="8324850" y="5286375"/>
            <a:ext cx="76200" cy="182880"/>
          </a:xfrm>
          <a:custGeom>
            <a:avLst/>
            <a:gdLst>
              <a:gd name="connsiteX0" fmla="*/ 0 w 123363"/>
              <a:gd name="connsiteY0" fmla="*/ 0 h 297207"/>
              <a:gd name="connsiteX1" fmla="*/ 123363 w 123363"/>
              <a:gd name="connsiteY1" fmla="*/ 0 h 297207"/>
              <a:gd name="connsiteX2" fmla="*/ 123363 w 123363"/>
              <a:gd name="connsiteY2" fmla="*/ 297207 h 297207"/>
              <a:gd name="connsiteX3" fmla="*/ 0 w 123363"/>
              <a:gd name="connsiteY3" fmla="*/ 297207 h 297207"/>
            </a:gdLst>
            <a:ahLst/>
            <a:cxnLst/>
            <a:rect l="l" t="t" r="r" b="b"/>
            <a:pathLst>
              <a:path w="123363" h="297207">
                <a:moveTo>
                  <a:pt x="0" y="0"/>
                </a:moveTo>
                <a:lnTo>
                  <a:pt x="123363" y="0"/>
                </a:lnTo>
                <a:lnTo>
                  <a:pt x="123363" y="297207"/>
                </a:lnTo>
                <a:lnTo>
                  <a:pt x="0" y="29720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46000"/>
                  <a:lumOff val="54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任意多边形: 形状 61"/>
          <p:cNvSpPr>
            <a:spLocks noGrp="1"/>
          </p:cNvSpPr>
          <p:nvPr/>
        </p:nvSpPr>
        <p:spPr>
          <a:xfrm>
            <a:off x="8401050" y="5286375"/>
            <a:ext cx="76200" cy="182880"/>
          </a:xfrm>
          <a:custGeom>
            <a:avLst/>
            <a:gdLst>
              <a:gd name="connsiteX0" fmla="*/ 0 w 123362"/>
              <a:gd name="connsiteY0" fmla="*/ 0 h 297207"/>
              <a:gd name="connsiteX1" fmla="*/ 123362 w 123362"/>
              <a:gd name="connsiteY1" fmla="*/ 0 h 297207"/>
              <a:gd name="connsiteX2" fmla="*/ 123362 w 123362"/>
              <a:gd name="connsiteY2" fmla="*/ 297207 h 297207"/>
              <a:gd name="connsiteX3" fmla="*/ 0 w 123362"/>
              <a:gd name="connsiteY3" fmla="*/ 297207 h 297207"/>
            </a:gdLst>
            <a:ahLst/>
            <a:cxnLst/>
            <a:rect l="l" t="t" r="r" b="b"/>
            <a:pathLst>
              <a:path w="123362" h="297207">
                <a:moveTo>
                  <a:pt x="0" y="0"/>
                </a:moveTo>
                <a:lnTo>
                  <a:pt x="123362" y="0"/>
                </a:lnTo>
                <a:lnTo>
                  <a:pt x="123362" y="297207"/>
                </a:lnTo>
                <a:lnTo>
                  <a:pt x="0" y="29720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46000"/>
                  <a:lumOff val="54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任意多边形: 形状 62"/>
          <p:cNvSpPr>
            <a:spLocks noGrp="1"/>
          </p:cNvSpPr>
          <p:nvPr/>
        </p:nvSpPr>
        <p:spPr>
          <a:xfrm>
            <a:off x="8477250" y="5286375"/>
            <a:ext cx="76200" cy="182880"/>
          </a:xfrm>
          <a:custGeom>
            <a:avLst/>
            <a:gdLst>
              <a:gd name="connsiteX0" fmla="*/ 0 w 123362"/>
              <a:gd name="connsiteY0" fmla="*/ 0 h 297207"/>
              <a:gd name="connsiteX1" fmla="*/ 123362 w 123362"/>
              <a:gd name="connsiteY1" fmla="*/ 0 h 297207"/>
              <a:gd name="connsiteX2" fmla="*/ 123362 w 123362"/>
              <a:gd name="connsiteY2" fmla="*/ 297207 h 297207"/>
              <a:gd name="connsiteX3" fmla="*/ 0 w 123362"/>
              <a:gd name="connsiteY3" fmla="*/ 297207 h 297207"/>
            </a:gdLst>
            <a:ahLst/>
            <a:cxnLst/>
            <a:rect l="l" t="t" r="r" b="b"/>
            <a:pathLst>
              <a:path w="123362" h="297207">
                <a:moveTo>
                  <a:pt x="0" y="0"/>
                </a:moveTo>
                <a:lnTo>
                  <a:pt x="123362" y="0"/>
                </a:lnTo>
                <a:lnTo>
                  <a:pt x="123362" y="297207"/>
                </a:lnTo>
                <a:lnTo>
                  <a:pt x="0" y="29720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46000"/>
                  <a:lumOff val="54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任意多边形: 形状 63"/>
          <p:cNvSpPr>
            <a:spLocks noGrp="1"/>
          </p:cNvSpPr>
          <p:nvPr/>
        </p:nvSpPr>
        <p:spPr>
          <a:xfrm>
            <a:off x="8552815" y="5286375"/>
            <a:ext cx="76200" cy="182880"/>
          </a:xfrm>
          <a:custGeom>
            <a:avLst/>
            <a:gdLst>
              <a:gd name="connsiteX0" fmla="*/ 0 w 123362"/>
              <a:gd name="connsiteY0" fmla="*/ 0 h 297207"/>
              <a:gd name="connsiteX1" fmla="*/ 123362 w 123362"/>
              <a:gd name="connsiteY1" fmla="*/ 0 h 297207"/>
              <a:gd name="connsiteX2" fmla="*/ 123362 w 123362"/>
              <a:gd name="connsiteY2" fmla="*/ 297207 h 297207"/>
              <a:gd name="connsiteX3" fmla="*/ 0 w 123362"/>
              <a:gd name="connsiteY3" fmla="*/ 297207 h 297207"/>
            </a:gdLst>
            <a:ahLst/>
            <a:cxnLst/>
            <a:rect l="l" t="t" r="r" b="b"/>
            <a:pathLst>
              <a:path w="123362" h="297207">
                <a:moveTo>
                  <a:pt x="0" y="0"/>
                </a:moveTo>
                <a:lnTo>
                  <a:pt x="123362" y="0"/>
                </a:lnTo>
                <a:lnTo>
                  <a:pt x="123362" y="297207"/>
                </a:lnTo>
                <a:lnTo>
                  <a:pt x="0" y="29720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46000"/>
                  <a:lumOff val="54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: 圆角 53"/>
          <p:cNvSpPr>
            <a:spLocks noGrp="1"/>
          </p:cNvSpPr>
          <p:nvPr/>
        </p:nvSpPr>
        <p:spPr>
          <a:xfrm>
            <a:off x="7997190" y="5426710"/>
            <a:ext cx="798830" cy="99441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17000"/>
                  <a:lumOff val="83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任意多边形: 形状 54"/>
          <p:cNvSpPr>
            <a:spLocks noGrp="1"/>
          </p:cNvSpPr>
          <p:nvPr/>
        </p:nvSpPr>
        <p:spPr>
          <a:xfrm>
            <a:off x="7997190" y="5587365"/>
            <a:ext cx="798830" cy="833755"/>
          </a:xfrm>
          <a:custGeom>
            <a:avLst/>
            <a:gdLst>
              <a:gd name="connsiteX0" fmla="*/ 1004471 w 1296623"/>
              <a:gd name="connsiteY0" fmla="*/ 263 h 1352909"/>
              <a:gd name="connsiteX1" fmla="*/ 1251584 w 1296623"/>
              <a:gd name="connsiteY1" fmla="*/ 11935 h 1352909"/>
              <a:gd name="connsiteX2" fmla="*/ 1293821 w 1296623"/>
              <a:gd name="connsiteY2" fmla="*/ 20576 h 1352909"/>
              <a:gd name="connsiteX3" fmla="*/ 1296623 w 1296623"/>
              <a:gd name="connsiteY3" fmla="*/ 48370 h 1352909"/>
              <a:gd name="connsiteX4" fmla="*/ 1296623 w 1296623"/>
              <a:gd name="connsiteY4" fmla="*/ 1043872 h 1352909"/>
              <a:gd name="connsiteX5" fmla="*/ 987586 w 1296623"/>
              <a:gd name="connsiteY5" fmla="*/ 1352909 h 1352909"/>
              <a:gd name="connsiteX6" fmla="*/ 309037 w 1296623"/>
              <a:gd name="connsiteY6" fmla="*/ 1352909 h 1352909"/>
              <a:gd name="connsiteX7" fmla="*/ 0 w 1296623"/>
              <a:gd name="connsiteY7" fmla="*/ 1043872 h 1352909"/>
              <a:gd name="connsiteX8" fmla="*/ 0 w 1296623"/>
              <a:gd name="connsiteY8" fmla="*/ 52913 h 1352909"/>
              <a:gd name="connsiteX9" fmla="*/ 48266 w 1296623"/>
              <a:gd name="connsiteY9" fmla="*/ 39555 h 1352909"/>
              <a:gd name="connsiteX10" fmla="*/ 476437 w 1296623"/>
              <a:gd name="connsiteY10" fmla="*/ 90416 h 1352909"/>
              <a:gd name="connsiteX11" fmla="*/ 1004471 w 1296623"/>
              <a:gd name="connsiteY11" fmla="*/ 263 h 1352909"/>
            </a:gdLst>
            <a:ahLst/>
            <a:cxnLst/>
            <a:rect l="l" t="t" r="r" b="b"/>
            <a:pathLst>
              <a:path w="1296623" h="1352909">
                <a:moveTo>
                  <a:pt x="1004471" y="263"/>
                </a:moveTo>
                <a:cubicBezTo>
                  <a:pt x="1087647" y="-810"/>
                  <a:pt x="1171628" y="1068"/>
                  <a:pt x="1251584" y="11935"/>
                </a:cubicBezTo>
                <a:lnTo>
                  <a:pt x="1293821" y="20576"/>
                </a:lnTo>
                <a:lnTo>
                  <a:pt x="1296623" y="48370"/>
                </a:lnTo>
                <a:lnTo>
                  <a:pt x="1296623" y="1043872"/>
                </a:lnTo>
                <a:cubicBezTo>
                  <a:pt x="1296623" y="1214548"/>
                  <a:pt x="1158262" y="1352909"/>
                  <a:pt x="987586" y="1352909"/>
                </a:cubicBezTo>
                <a:lnTo>
                  <a:pt x="309037" y="1352909"/>
                </a:lnTo>
                <a:cubicBezTo>
                  <a:pt x="138361" y="1352909"/>
                  <a:pt x="0" y="1214548"/>
                  <a:pt x="0" y="1043872"/>
                </a:cubicBezTo>
                <a:lnTo>
                  <a:pt x="0" y="52913"/>
                </a:lnTo>
                <a:lnTo>
                  <a:pt x="48266" y="39555"/>
                </a:lnTo>
                <a:cubicBezTo>
                  <a:pt x="169558" y="25418"/>
                  <a:pt x="344429" y="101686"/>
                  <a:pt x="476437" y="90416"/>
                </a:cubicBezTo>
                <a:cubicBezTo>
                  <a:pt x="652448" y="75390"/>
                  <a:pt x="838119" y="2409"/>
                  <a:pt x="1004471" y="263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1000"/>
                  <a:lumOff val="29000"/>
                  <a:alpha val="0"/>
                </a:schemeClr>
              </a:gs>
              <a:gs pos="100000">
                <a:schemeClr val="accent1">
                  <a:lumMod val="8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任意多边形: 形状 56"/>
          <p:cNvSpPr>
            <a:spLocks noGrp="1"/>
          </p:cNvSpPr>
          <p:nvPr/>
        </p:nvSpPr>
        <p:spPr>
          <a:xfrm>
            <a:off x="8199755" y="5735955"/>
            <a:ext cx="201930" cy="470535"/>
          </a:xfrm>
          <a:custGeom>
            <a:avLst/>
            <a:gdLst>
              <a:gd name="connsiteX0" fmla="*/ 616191 w 616191"/>
              <a:gd name="connsiteY0" fmla="*/ 0 h 1437578"/>
              <a:gd name="connsiteX1" fmla="*/ 616191 w 616191"/>
              <a:gd name="connsiteY1" fmla="*/ 1437578 h 1437578"/>
              <a:gd name="connsiteX2" fmla="*/ 608501 w 616191"/>
              <a:gd name="connsiteY2" fmla="*/ 1436553 h 1437578"/>
              <a:gd name="connsiteX3" fmla="*/ 94525 w 616191"/>
              <a:gd name="connsiteY3" fmla="*/ 830380 h 1437578"/>
              <a:gd name="connsiteX4" fmla="*/ 16 w 616191"/>
              <a:gd name="connsiteY4" fmla="*/ 299598 h 1437578"/>
              <a:gd name="connsiteX5" fmla="*/ 57109 w 616191"/>
              <a:gd name="connsiteY5" fmla="*/ 207855 h 1437578"/>
              <a:gd name="connsiteX6" fmla="*/ 574614 w 616191"/>
              <a:gd name="connsiteY6" fmla="*/ 5695 h 1437578"/>
            </a:gdLst>
            <a:ahLst/>
            <a:cxnLst/>
            <a:rect l="l" t="t" r="r" b="b"/>
            <a:pathLst>
              <a:path w="616191" h="1437578">
                <a:moveTo>
                  <a:pt x="616191" y="0"/>
                </a:moveTo>
                <a:lnTo>
                  <a:pt x="616191" y="1437578"/>
                </a:lnTo>
                <a:lnTo>
                  <a:pt x="608501" y="1436553"/>
                </a:lnTo>
                <a:cubicBezTo>
                  <a:pt x="530622" y="1416873"/>
                  <a:pt x="252916" y="1229783"/>
                  <a:pt x="94525" y="830380"/>
                </a:cubicBezTo>
                <a:cubicBezTo>
                  <a:pt x="21495" y="646339"/>
                  <a:pt x="2788" y="440124"/>
                  <a:pt x="16" y="299598"/>
                </a:cubicBezTo>
                <a:cubicBezTo>
                  <a:pt x="-677" y="260794"/>
                  <a:pt x="22188" y="223931"/>
                  <a:pt x="57109" y="207855"/>
                </a:cubicBezTo>
                <a:cubicBezTo>
                  <a:pt x="202614" y="140433"/>
                  <a:pt x="454427" y="31949"/>
                  <a:pt x="574614" y="569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55000"/>
                  <a:lumOff val="45000"/>
                </a:schemeClr>
              </a:gs>
              <a:gs pos="100000">
                <a:schemeClr val="accent1">
                  <a:lumMod val="21000"/>
                  <a:lumOff val="79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矩形 175"/>
          <p:cNvSpPr>
            <a:spLocks noGrp="1"/>
          </p:cNvSpPr>
          <p:nvPr/>
        </p:nvSpPr>
        <p:spPr>
          <a:xfrm flipH="1">
            <a:off x="-635" y="-15240"/>
            <a:ext cx="1881505" cy="3118485"/>
          </a:xfrm>
          <a:prstGeom prst="rect">
            <a:avLst/>
          </a:prstGeom>
          <a:gradFill>
            <a:gsLst>
              <a:gs pos="0">
                <a:schemeClr val="accent1">
                  <a:lumMod val="88000"/>
                  <a:lumOff val="12000"/>
                </a:schemeClr>
              </a:gs>
              <a:gs pos="100000">
                <a:schemeClr val="accent1">
                  <a:lumMod val="80000"/>
                  <a:lumOff val="20000"/>
                  <a:alpha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矩形 176"/>
          <p:cNvSpPr>
            <a:spLocks noGrp="1"/>
          </p:cNvSpPr>
          <p:nvPr/>
        </p:nvSpPr>
        <p:spPr>
          <a:xfrm flipH="1">
            <a:off x="0" y="1702435"/>
            <a:ext cx="1255395" cy="4222115"/>
          </a:xfrm>
          <a:prstGeom prst="rect">
            <a:avLst/>
          </a:prstGeom>
          <a:gradFill>
            <a:gsLst>
              <a:gs pos="0">
                <a:schemeClr val="accent1">
                  <a:lumMod val="71000"/>
                  <a:lumOff val="29000"/>
                  <a:alpha val="71000"/>
                </a:schemeClr>
              </a:gs>
              <a:gs pos="100000">
                <a:schemeClr val="accent1">
                  <a:lumMod val="50000"/>
                  <a:lumOff val="50000"/>
                  <a:alpha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" name="矩形 171"/>
          <p:cNvSpPr>
            <a:spLocks noGrp="1"/>
          </p:cNvSpPr>
          <p:nvPr/>
        </p:nvSpPr>
        <p:spPr>
          <a:xfrm>
            <a:off x="10310495" y="0"/>
            <a:ext cx="1881505" cy="3118485"/>
          </a:xfrm>
          <a:prstGeom prst="rect">
            <a:avLst/>
          </a:prstGeom>
          <a:gradFill>
            <a:gsLst>
              <a:gs pos="0">
                <a:schemeClr val="accent1">
                  <a:lumMod val="88000"/>
                  <a:lumOff val="12000"/>
                </a:schemeClr>
              </a:gs>
              <a:gs pos="100000">
                <a:schemeClr val="accent1">
                  <a:lumMod val="80000"/>
                  <a:lumOff val="20000"/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" name="矩形 172"/>
          <p:cNvSpPr>
            <a:spLocks noGrp="1"/>
          </p:cNvSpPr>
          <p:nvPr/>
        </p:nvSpPr>
        <p:spPr>
          <a:xfrm>
            <a:off x="10936605" y="1701800"/>
            <a:ext cx="1255395" cy="4222115"/>
          </a:xfrm>
          <a:prstGeom prst="rect">
            <a:avLst/>
          </a:prstGeom>
          <a:gradFill>
            <a:gsLst>
              <a:gs pos="0">
                <a:schemeClr val="accent1">
                  <a:lumMod val="59000"/>
                  <a:lumOff val="41000"/>
                  <a:alpha val="48000"/>
                </a:schemeClr>
              </a:gs>
              <a:gs pos="100000">
                <a:schemeClr val="accent1">
                  <a:lumMod val="63000"/>
                  <a:lumOff val="37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任意多边形: 形状 57"/>
          <p:cNvSpPr>
            <a:spLocks noGrp="1"/>
          </p:cNvSpPr>
          <p:nvPr/>
        </p:nvSpPr>
        <p:spPr>
          <a:xfrm>
            <a:off x="8401685" y="5735955"/>
            <a:ext cx="201295" cy="470535"/>
          </a:xfrm>
          <a:custGeom>
            <a:avLst/>
            <a:gdLst>
              <a:gd name="connsiteX0" fmla="*/ 1179 w 616190"/>
              <a:gd name="connsiteY0" fmla="*/ 0 h 1437823"/>
              <a:gd name="connsiteX1" fmla="*/ 559500 w 616190"/>
              <a:gd name="connsiteY1" fmla="*/ 207324 h 1437823"/>
              <a:gd name="connsiteX2" fmla="*/ 616177 w 616190"/>
              <a:gd name="connsiteY2" fmla="*/ 298652 h 1437823"/>
              <a:gd name="connsiteX3" fmla="*/ 521392 w 616190"/>
              <a:gd name="connsiteY3" fmla="*/ 830542 h 1437823"/>
              <a:gd name="connsiteX4" fmla="*/ 9355 w 616190"/>
              <a:gd name="connsiteY4" fmla="*/ 1436576 h 1437823"/>
              <a:gd name="connsiteX5" fmla="*/ 625 w 616190"/>
              <a:gd name="connsiteY5" fmla="*/ 1437823 h 1437823"/>
              <a:gd name="connsiteX6" fmla="*/ 0 w 616190"/>
              <a:gd name="connsiteY6" fmla="*/ 1437740 h 1437823"/>
              <a:gd name="connsiteX7" fmla="*/ 0 w 616190"/>
              <a:gd name="connsiteY7" fmla="*/ 162 h 1437823"/>
            </a:gdLst>
            <a:ahLst/>
            <a:cxnLst/>
            <a:rect l="l" t="t" r="r" b="b"/>
            <a:pathLst>
              <a:path w="616190" h="1437823">
                <a:moveTo>
                  <a:pt x="1179" y="0"/>
                </a:moveTo>
                <a:cubicBezTo>
                  <a:pt x="90006" y="139"/>
                  <a:pt x="393902" y="130409"/>
                  <a:pt x="559500" y="207324"/>
                </a:cubicBezTo>
                <a:cubicBezTo>
                  <a:pt x="590264" y="221737"/>
                  <a:pt x="616870" y="264282"/>
                  <a:pt x="616177" y="298652"/>
                </a:cubicBezTo>
                <a:cubicBezTo>
                  <a:pt x="613129" y="440009"/>
                  <a:pt x="594421" y="647194"/>
                  <a:pt x="521392" y="830542"/>
                </a:cubicBezTo>
                <a:cubicBezTo>
                  <a:pt x="372423" y="1205138"/>
                  <a:pt x="98598" y="1413016"/>
                  <a:pt x="9355" y="1436576"/>
                </a:cubicBezTo>
                <a:cubicBezTo>
                  <a:pt x="6584" y="1437407"/>
                  <a:pt x="3535" y="1437823"/>
                  <a:pt x="625" y="1437823"/>
                </a:cubicBezTo>
                <a:lnTo>
                  <a:pt x="0" y="1437740"/>
                </a:lnTo>
                <a:lnTo>
                  <a:pt x="0" y="162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55000"/>
                  <a:lumOff val="45000"/>
                </a:schemeClr>
              </a:gs>
              <a:gs pos="100000">
                <a:schemeClr val="accent1">
                  <a:lumMod val="88000"/>
                  <a:lumOff val="12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梯形 46"/>
          <p:cNvSpPr>
            <a:spLocks noGrp="1"/>
          </p:cNvSpPr>
          <p:nvPr/>
        </p:nvSpPr>
        <p:spPr>
          <a:xfrm>
            <a:off x="5581650" y="6044565"/>
            <a:ext cx="1008380" cy="483235"/>
          </a:xfrm>
          <a:prstGeom prst="trapezoid">
            <a:avLst>
              <a:gd name="adj" fmla="val 36086"/>
            </a:avLst>
          </a:prstGeom>
          <a:gradFill rotWithShape="1">
            <a:gsLst>
              <a:gs pos="0">
                <a:schemeClr val="accent1">
                  <a:lumMod val="55000"/>
                  <a:lumOff val="45000"/>
                </a:schemeClr>
              </a:gs>
              <a:gs pos="100000">
                <a:schemeClr val="accent1">
                  <a:lumMod val="46000"/>
                  <a:lumOff val="54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: 圆顶角 47"/>
          <p:cNvSpPr>
            <a:spLocks noGrp="1"/>
          </p:cNvSpPr>
          <p:nvPr/>
        </p:nvSpPr>
        <p:spPr>
          <a:xfrm flipV="1">
            <a:off x="5575300" y="6525260"/>
            <a:ext cx="1014730" cy="91440"/>
          </a:xfrm>
          <a:prstGeom prst="round2SameRect">
            <a:avLst>
              <a:gd name="adj1" fmla="val 50000"/>
              <a:gd name="adj2" fmla="val 0"/>
            </a:avLst>
          </a:prstGeom>
          <a:gradFill rotWithShape="1">
            <a:gsLst>
              <a:gs pos="0">
                <a:schemeClr val="accent1">
                  <a:lumMod val="42000"/>
                  <a:lumOff val="58000"/>
                </a:schemeClr>
              </a:gs>
              <a:gs pos="100000">
                <a:schemeClr val="accent1">
                  <a:lumMod val="46000"/>
                  <a:lumOff val="54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: 圆角 44"/>
          <p:cNvSpPr>
            <a:spLocks noGrp="1"/>
          </p:cNvSpPr>
          <p:nvPr/>
        </p:nvSpPr>
        <p:spPr>
          <a:xfrm>
            <a:off x="4779645" y="4354830"/>
            <a:ext cx="2543810" cy="1700530"/>
          </a:xfrm>
          <a:prstGeom prst="roundRect">
            <a:avLst>
              <a:gd name="adj" fmla="val 4858"/>
            </a:avLst>
          </a:prstGeom>
          <a:gradFill rotWithShape="1"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46000"/>
                  <a:lumOff val="54000"/>
                </a:schemeClr>
              </a:gs>
            </a:gsLst>
            <a:lin ang="2700000" scaled="0"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822825" y="4565015"/>
            <a:ext cx="2458085" cy="1280160"/>
          </a:xfrm>
          <a:prstGeom prst="rect">
            <a:avLst/>
          </a:prstGeom>
          <a:gradFill>
            <a:gsLst>
              <a:gs pos="0">
                <a:schemeClr val="accent1">
                  <a:lumMod val="21000"/>
                  <a:lumOff val="79000"/>
                </a:schemeClr>
              </a:gs>
              <a:gs pos="100000">
                <a:schemeClr val="accent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4999990" y="4750435"/>
            <a:ext cx="2075180" cy="0"/>
          </a:xfrm>
          <a:prstGeom prst="line">
            <a:avLst/>
          </a:prstGeom>
          <a:ln w="15875">
            <a:solidFill>
              <a:srgbClr val="FFFFFF">
                <a:alpha val="4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4999990" y="4915535"/>
            <a:ext cx="2075180" cy="0"/>
          </a:xfrm>
          <a:prstGeom prst="line">
            <a:avLst/>
          </a:prstGeom>
          <a:ln w="15875">
            <a:solidFill>
              <a:srgbClr val="FFFFFF">
                <a:alpha val="4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4999990" y="5080635"/>
            <a:ext cx="2075180" cy="0"/>
          </a:xfrm>
          <a:prstGeom prst="line">
            <a:avLst/>
          </a:prstGeom>
          <a:ln w="15875">
            <a:solidFill>
              <a:srgbClr val="FFFFFF">
                <a:alpha val="4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4999990" y="5245735"/>
            <a:ext cx="2075180" cy="0"/>
          </a:xfrm>
          <a:prstGeom prst="line">
            <a:avLst/>
          </a:prstGeom>
          <a:ln w="15875">
            <a:solidFill>
              <a:srgbClr val="FFFFFF">
                <a:alpha val="4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9255" y="2276550"/>
            <a:ext cx="9144000" cy="1152000"/>
          </a:xfrm>
        </p:spPr>
        <p:txBody>
          <a:bodyPr wrap="square" anchor="b">
            <a:normAutofit/>
          </a:bodyPr>
          <a:lstStyle>
            <a:lvl1pPr algn="ctr">
              <a:buNone/>
              <a:defRPr sz="5400">
                <a:solidFill>
                  <a:srgbClr val="FFFFFF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509255" y="3536550"/>
            <a:ext cx="9144000" cy="936000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单击此处编辑副标题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idx="13" hasCustomPrompt="1"/>
          </p:nvPr>
        </p:nvSpPr>
        <p:spPr>
          <a:xfrm>
            <a:off x="1506855" y="991350"/>
            <a:ext cx="9144000" cy="1224000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6000">
                <a:solidFill>
                  <a:srgbClr val="FFFFFF"/>
                </a:solidFill>
              </a:defRPr>
            </a:lvl1pPr>
          </a:lstStyle>
          <a:p>
            <a:pPr lvl="0">
              <a:buNone/>
            </a:pPr>
            <a:r>
              <a:t>节编号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5" name="页脚占位符 5"/>
          <p:cNvSpPr>
            <a:spLocks noGrp="1"/>
          </p:cNvSpPr>
          <p:nvPr>
            <p:ph type="ftr" idx="11"/>
          </p:nvPr>
        </p:nvSpPr>
        <p:spPr>
          <a:xfrm>
            <a:off x="4058285" y="6346190"/>
            <a:ext cx="4114800" cy="365125"/>
          </a:xfrm>
        </p:spPr>
        <p:txBody>
          <a:bodyPr/>
          <a:lstStyle/>
          <a:p/>
        </p:txBody>
      </p:sp>
      <p:sp>
        <p:nvSpPr>
          <p:cNvPr id="6" name="灯片编号占位符 6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171" name="矩形 170"/>
          <p:cNvSpPr>
            <a:spLocks noGrp="1"/>
          </p:cNvSpPr>
          <p:nvPr/>
        </p:nvSpPr>
        <p:spPr>
          <a:xfrm>
            <a:off x="-635" y="5346700"/>
            <a:ext cx="12192635" cy="1511935"/>
          </a:xfrm>
          <a:custGeom>
            <a:avLst/>
            <a:gdLst>
              <a:gd name="connsiteX0" fmla="*/ 0 w 12192000"/>
              <a:gd name="connsiteY0" fmla="*/ 0 h 1512151"/>
              <a:gd name="connsiteX1" fmla="*/ 12192000 w 12192000"/>
              <a:gd name="connsiteY1" fmla="*/ 0 h 1512151"/>
              <a:gd name="connsiteX2" fmla="*/ 12192000 w 12192000"/>
              <a:gd name="connsiteY2" fmla="*/ 1512151 h 1512151"/>
              <a:gd name="connsiteX3" fmla="*/ 0 w 12192000"/>
              <a:gd name="connsiteY3" fmla="*/ 1512151 h 1512151"/>
              <a:gd name="connsiteX4" fmla="*/ 0 w 12192000"/>
              <a:gd name="connsiteY4" fmla="*/ 0 h 1512151"/>
              <a:gd name="connsiteX0-1" fmla="*/ 0 w 12192000"/>
              <a:gd name="connsiteY0-2" fmla="*/ 0 h 1512151"/>
              <a:gd name="connsiteX1-3" fmla="*/ 12192000 w 12192000"/>
              <a:gd name="connsiteY1-4" fmla="*/ 0 h 1512151"/>
              <a:gd name="connsiteX2-5" fmla="*/ 12192000 w 12192000"/>
              <a:gd name="connsiteY2-6" fmla="*/ 1512151 h 1512151"/>
              <a:gd name="connsiteX3-7" fmla="*/ 0 w 12192000"/>
              <a:gd name="connsiteY3-8" fmla="*/ 1512151 h 1512151"/>
              <a:gd name="connsiteX4-9" fmla="*/ 0 w 12192000"/>
              <a:gd name="connsiteY4-10" fmla="*/ 0 h 1512151"/>
              <a:gd name="connsiteX0-11" fmla="*/ 0 w 12192000"/>
              <a:gd name="connsiteY0-12" fmla="*/ 0 h 1512151"/>
              <a:gd name="connsiteX1-13" fmla="*/ 12192000 w 12192000"/>
              <a:gd name="connsiteY1-14" fmla="*/ 0 h 1512151"/>
              <a:gd name="connsiteX2-15" fmla="*/ 12192000 w 12192000"/>
              <a:gd name="connsiteY2-16" fmla="*/ 1512151 h 1512151"/>
              <a:gd name="connsiteX3-17" fmla="*/ 0 w 12192000"/>
              <a:gd name="connsiteY3-18" fmla="*/ 1512151 h 1512151"/>
              <a:gd name="connsiteX4-19" fmla="*/ 0 w 12192000"/>
              <a:gd name="connsiteY4-20" fmla="*/ 0 h 1512151"/>
              <a:gd name="connsiteX0-21" fmla="*/ 0 w 12192000"/>
              <a:gd name="connsiteY0-22" fmla="*/ 0 h 1512151"/>
              <a:gd name="connsiteX1-23" fmla="*/ 12192000 w 12192000"/>
              <a:gd name="connsiteY1-24" fmla="*/ 0 h 1512151"/>
              <a:gd name="connsiteX2-25" fmla="*/ 12192000 w 12192000"/>
              <a:gd name="connsiteY2-26" fmla="*/ 1512151 h 1512151"/>
              <a:gd name="connsiteX3-27" fmla="*/ 0 w 12192000"/>
              <a:gd name="connsiteY3-28" fmla="*/ 1512151 h 1512151"/>
              <a:gd name="connsiteX4-29" fmla="*/ 0 w 12192000"/>
              <a:gd name="connsiteY4-30" fmla="*/ 0 h 1512151"/>
              <a:gd name="connsiteX0-31" fmla="*/ 0 w 12192000"/>
              <a:gd name="connsiteY0-32" fmla="*/ 0 h 1512151"/>
              <a:gd name="connsiteX1-33" fmla="*/ 12192000 w 12192000"/>
              <a:gd name="connsiteY1-34" fmla="*/ 0 h 1512151"/>
              <a:gd name="connsiteX2-35" fmla="*/ 12192000 w 12192000"/>
              <a:gd name="connsiteY2-36" fmla="*/ 1512151 h 1512151"/>
              <a:gd name="connsiteX3-37" fmla="*/ 0 w 12192000"/>
              <a:gd name="connsiteY3-38" fmla="*/ 1512151 h 1512151"/>
              <a:gd name="connsiteX4-39" fmla="*/ 0 w 12192000"/>
              <a:gd name="connsiteY4-40" fmla="*/ 0 h 1512151"/>
              <a:gd name="connsiteX0-41" fmla="*/ 0 w 12192000"/>
              <a:gd name="connsiteY0-42" fmla="*/ 0 h 1512151"/>
              <a:gd name="connsiteX1-43" fmla="*/ 12192000 w 12192000"/>
              <a:gd name="connsiteY1-44" fmla="*/ 0 h 1512151"/>
              <a:gd name="connsiteX2-45" fmla="*/ 12192000 w 12192000"/>
              <a:gd name="connsiteY2-46" fmla="*/ 1512151 h 1512151"/>
              <a:gd name="connsiteX3-47" fmla="*/ 0 w 12192000"/>
              <a:gd name="connsiteY3-48" fmla="*/ 1512151 h 1512151"/>
              <a:gd name="connsiteX4-49" fmla="*/ 0 w 12192000"/>
              <a:gd name="connsiteY4-50" fmla="*/ 0 h 1512151"/>
            </a:gdLst>
            <a:ahLst/>
            <a:cxnLst/>
            <a:rect l="l" t="t" r="r" b="b"/>
            <a:pathLst>
              <a:path w="12192000" h="1512151">
                <a:moveTo>
                  <a:pt x="0" y="0"/>
                </a:moveTo>
                <a:cubicBezTo>
                  <a:pt x="4568093" y="844062"/>
                  <a:pt x="7999046" y="668216"/>
                  <a:pt x="12192000" y="0"/>
                </a:cubicBezTo>
                <a:lnTo>
                  <a:pt x="12192000" y="1512151"/>
                </a:lnTo>
                <a:lnTo>
                  <a:pt x="0" y="15121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0" dist="38100" dir="16200000" rotWithShape="0">
              <a:schemeClr val="accent3">
                <a:lumMod val="25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/>
            </a:lvl1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</a:t>
            </a:r>
            <a:r>
              <a:t>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</a:t>
            </a:r>
            <a:r>
              <a:t>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buNone/>
              <a:defRPr sz="2200"/>
            </a:lvl1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</a:t>
            </a:r>
            <a:r>
              <a:t>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buNone/>
              <a:defRPr sz="2200"/>
            </a:lvl1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</a:t>
            </a:r>
            <a:r>
              <a:t>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/>
      <p:sp>
        <p:nvSpPr>
          <p:cNvPr id="3" name="内容占位符 1"/>
          <p:cNvSpPr>
            <a:spLocks noGrp="1"/>
          </p:cNvSpPr>
          <p:nvPr>
            <p:ph idx="1"/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</a:t>
            </a:r>
            <a:r>
              <a:t>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5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4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5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/>
      <p:sp>
        <p:nvSpPr>
          <p:cNvPr id="170" name="矩形: 圆角 169"/>
          <p:cNvSpPr>
            <a:spLocks noGrp="1"/>
          </p:cNvSpPr>
          <p:nvPr/>
        </p:nvSpPr>
        <p:spPr>
          <a:xfrm>
            <a:off x="0" y="-64770"/>
            <a:ext cx="12191365" cy="6858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 flipH="1">
            <a:off x="0" y="8890"/>
            <a:ext cx="1881505" cy="3118485"/>
          </a:xfrm>
          <a:prstGeom prst="rect">
            <a:avLst/>
          </a:prstGeom>
          <a:gradFill>
            <a:gsLst>
              <a:gs pos="0">
                <a:schemeClr val="accent1">
                  <a:lumMod val="88000"/>
                  <a:lumOff val="12000"/>
                </a:schemeClr>
              </a:gs>
              <a:gs pos="100000">
                <a:schemeClr val="accent1">
                  <a:lumMod val="80000"/>
                  <a:lumOff val="20000"/>
                  <a:alpha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 flipH="1">
            <a:off x="0" y="1702435"/>
            <a:ext cx="1255395" cy="4222115"/>
          </a:xfrm>
          <a:prstGeom prst="rect">
            <a:avLst/>
          </a:prstGeom>
          <a:gradFill>
            <a:gsLst>
              <a:gs pos="0">
                <a:schemeClr val="accent1">
                  <a:lumMod val="71000"/>
                  <a:lumOff val="29000"/>
                  <a:alpha val="71000"/>
                </a:schemeClr>
              </a:gs>
              <a:gs pos="100000">
                <a:schemeClr val="accent1">
                  <a:lumMod val="50000"/>
                  <a:lumOff val="50000"/>
                  <a:alpha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10302240" y="8890"/>
            <a:ext cx="1881505" cy="3101340"/>
          </a:xfrm>
          <a:prstGeom prst="rect">
            <a:avLst/>
          </a:prstGeom>
          <a:gradFill>
            <a:gsLst>
              <a:gs pos="0">
                <a:schemeClr val="accent1">
                  <a:lumMod val="88000"/>
                  <a:lumOff val="12000"/>
                </a:schemeClr>
              </a:gs>
              <a:gs pos="100000">
                <a:schemeClr val="accent1">
                  <a:lumMod val="63000"/>
                  <a:lumOff val="37000"/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Parallelogram 121"/>
          <p:cNvSpPr>
            <a:spLocks noGrp="1"/>
          </p:cNvSpPr>
          <p:nvPr/>
        </p:nvSpPr>
        <p:spPr>
          <a:xfrm>
            <a:off x="8825230" y="4460875"/>
            <a:ext cx="158750" cy="2132330"/>
          </a:xfrm>
          <a:custGeom>
            <a:avLst/>
            <a:gdLst>
              <a:gd name="connsiteX0" fmla="*/ 0 w 158419"/>
              <a:gd name="connsiteY0" fmla="*/ 0 h 2132444"/>
              <a:gd name="connsiteX1" fmla="*/ 158419 w 158419"/>
              <a:gd name="connsiteY1" fmla="*/ 39606 h 2132444"/>
              <a:gd name="connsiteX2" fmla="*/ 158419 w 158419"/>
              <a:gd name="connsiteY2" fmla="*/ 2132444 h 2132444"/>
              <a:gd name="connsiteX3" fmla="*/ 2 w 158419"/>
              <a:gd name="connsiteY3" fmla="*/ 2092839 h 2132444"/>
            </a:gdLst>
            <a:ahLst/>
            <a:cxnLst/>
            <a:rect l="l" t="t" r="r" b="b"/>
            <a:pathLst>
              <a:path w="158419" h="2132444">
                <a:moveTo>
                  <a:pt x="0" y="0"/>
                </a:moveTo>
                <a:lnTo>
                  <a:pt x="158419" y="39606"/>
                </a:lnTo>
                <a:lnTo>
                  <a:pt x="158419" y="2132444"/>
                </a:lnTo>
                <a:lnTo>
                  <a:pt x="2" y="2092839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55000"/>
                  <a:lumOff val="45000"/>
                </a:schemeClr>
              </a:gs>
              <a:gs pos="100000">
                <a:schemeClr val="accent1">
                  <a:lumMod val="88000"/>
                  <a:lumOff val="12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8464550" y="4460240"/>
            <a:ext cx="360680" cy="2041525"/>
          </a:xfrm>
          <a:prstGeom prst="rect">
            <a:avLst/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8464550" y="4460240"/>
            <a:ext cx="360680" cy="73025"/>
          </a:xfrm>
          <a:prstGeom prst="rect">
            <a:avLst/>
          </a:prstGeom>
          <a:gradFill rotWithShape="1">
            <a:gsLst>
              <a:gs pos="0">
                <a:schemeClr val="accent1">
                  <a:lumMod val="30000"/>
                  <a:lumOff val="70000"/>
                </a:schemeClr>
              </a:gs>
              <a:gs pos="100000">
                <a:schemeClr val="accent1">
                  <a:lumMod val="0"/>
                  <a:lumOff val="100000"/>
                  <a:alpha val="10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椭圆 99"/>
          <p:cNvSpPr>
            <a:spLocks noGrp="1"/>
          </p:cNvSpPr>
          <p:nvPr/>
        </p:nvSpPr>
        <p:spPr>
          <a:xfrm>
            <a:off x="8573135" y="4643755"/>
            <a:ext cx="127635" cy="1276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8873490" y="4570730"/>
            <a:ext cx="360680" cy="2041525"/>
          </a:xfrm>
          <a:prstGeom prst="rect">
            <a:avLst/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8873490" y="4570730"/>
            <a:ext cx="360680" cy="73025"/>
          </a:xfrm>
          <a:prstGeom prst="rect">
            <a:avLst/>
          </a:prstGeom>
          <a:gradFill rotWithShape="1"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25000"/>
                  <a:lumOff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椭圆 103"/>
          <p:cNvSpPr>
            <a:spLocks noGrp="1"/>
          </p:cNvSpPr>
          <p:nvPr/>
        </p:nvSpPr>
        <p:spPr>
          <a:xfrm>
            <a:off x="8982075" y="4754245"/>
            <a:ext cx="127635" cy="12763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lumMod val="88000"/>
                  <a:lumOff val="12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Parallelogram 121"/>
          <p:cNvSpPr>
            <a:spLocks noGrp="1"/>
          </p:cNvSpPr>
          <p:nvPr/>
        </p:nvSpPr>
        <p:spPr>
          <a:xfrm>
            <a:off x="9643110" y="4460875"/>
            <a:ext cx="158750" cy="2132330"/>
          </a:xfrm>
          <a:custGeom>
            <a:avLst/>
            <a:gdLst>
              <a:gd name="connsiteX0" fmla="*/ 0 w 158419"/>
              <a:gd name="connsiteY0" fmla="*/ 0 h 2132444"/>
              <a:gd name="connsiteX1" fmla="*/ 158419 w 158419"/>
              <a:gd name="connsiteY1" fmla="*/ 39606 h 2132444"/>
              <a:gd name="connsiteX2" fmla="*/ 158419 w 158419"/>
              <a:gd name="connsiteY2" fmla="*/ 2132444 h 2132444"/>
              <a:gd name="connsiteX3" fmla="*/ 2 w 158419"/>
              <a:gd name="connsiteY3" fmla="*/ 2092839 h 2132444"/>
            </a:gdLst>
            <a:ahLst/>
            <a:cxnLst/>
            <a:rect l="l" t="t" r="r" b="b"/>
            <a:pathLst>
              <a:path w="158419" h="2132444">
                <a:moveTo>
                  <a:pt x="0" y="0"/>
                </a:moveTo>
                <a:lnTo>
                  <a:pt x="158419" y="39606"/>
                </a:lnTo>
                <a:lnTo>
                  <a:pt x="158419" y="2132444"/>
                </a:lnTo>
                <a:lnTo>
                  <a:pt x="2" y="209283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2000"/>
                  <a:lumOff val="58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9282430" y="4460240"/>
            <a:ext cx="360680" cy="2041525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9282430" y="4460240"/>
            <a:ext cx="360680" cy="7302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椭圆 108"/>
          <p:cNvSpPr>
            <a:spLocks noGrp="1"/>
          </p:cNvSpPr>
          <p:nvPr/>
        </p:nvSpPr>
        <p:spPr>
          <a:xfrm>
            <a:off x="9391015" y="4643755"/>
            <a:ext cx="127635" cy="12763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7555230" y="4505325"/>
            <a:ext cx="360680" cy="297180"/>
          </a:xfrm>
          <a:prstGeom prst="rect">
            <a:avLst/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矩形: 圆角 60"/>
          <p:cNvSpPr>
            <a:spLocks noGrp="1"/>
          </p:cNvSpPr>
          <p:nvPr/>
        </p:nvSpPr>
        <p:spPr>
          <a:xfrm>
            <a:off x="7330440" y="4436110"/>
            <a:ext cx="720090" cy="1079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1">
                  <a:lumMod val="42000"/>
                  <a:lumOff val="58000"/>
                </a:schemeClr>
              </a:gs>
              <a:gs pos="100000">
                <a:schemeClr val="accent1">
                  <a:lumMod val="21000"/>
                  <a:lumOff val="79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矩形: 圆角 79"/>
          <p:cNvSpPr>
            <a:spLocks noGrp="1"/>
          </p:cNvSpPr>
          <p:nvPr/>
        </p:nvSpPr>
        <p:spPr>
          <a:xfrm>
            <a:off x="7151370" y="4949190"/>
            <a:ext cx="1358265" cy="1613535"/>
          </a:xfrm>
          <a:prstGeom prst="roundRect">
            <a:avLst>
              <a:gd name="adj" fmla="val 24331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任意多边形: 形状 85"/>
          <p:cNvSpPr>
            <a:spLocks noGrp="1"/>
          </p:cNvSpPr>
          <p:nvPr/>
        </p:nvSpPr>
        <p:spPr>
          <a:xfrm>
            <a:off x="7341235" y="4721860"/>
            <a:ext cx="123190" cy="297180"/>
          </a:xfrm>
          <a:custGeom>
            <a:avLst/>
            <a:gdLst>
              <a:gd name="connsiteX0" fmla="*/ 0 w 123362"/>
              <a:gd name="connsiteY0" fmla="*/ 0 h 297207"/>
              <a:gd name="connsiteX1" fmla="*/ 123362 w 123362"/>
              <a:gd name="connsiteY1" fmla="*/ 0 h 297207"/>
              <a:gd name="connsiteX2" fmla="*/ 123362 w 123362"/>
              <a:gd name="connsiteY2" fmla="*/ 297207 h 297207"/>
              <a:gd name="connsiteX3" fmla="*/ 0 w 123362"/>
              <a:gd name="connsiteY3" fmla="*/ 297207 h 297207"/>
            </a:gdLst>
            <a:ahLst/>
            <a:cxnLst/>
            <a:rect l="l" t="t" r="r" b="b"/>
            <a:pathLst>
              <a:path w="123362" h="297207">
                <a:moveTo>
                  <a:pt x="0" y="0"/>
                </a:moveTo>
                <a:lnTo>
                  <a:pt x="123362" y="0"/>
                </a:lnTo>
                <a:lnTo>
                  <a:pt x="123362" y="297207"/>
                </a:lnTo>
                <a:lnTo>
                  <a:pt x="0" y="29720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38000"/>
                  <a:lumOff val="62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任意多边形: 形状 88"/>
          <p:cNvSpPr>
            <a:spLocks noGrp="1"/>
          </p:cNvSpPr>
          <p:nvPr/>
        </p:nvSpPr>
        <p:spPr>
          <a:xfrm>
            <a:off x="7464425" y="4721860"/>
            <a:ext cx="123190" cy="297180"/>
          </a:xfrm>
          <a:custGeom>
            <a:avLst/>
            <a:gdLst>
              <a:gd name="connsiteX0" fmla="*/ 0 w 123363"/>
              <a:gd name="connsiteY0" fmla="*/ 0 h 297207"/>
              <a:gd name="connsiteX1" fmla="*/ 123363 w 123363"/>
              <a:gd name="connsiteY1" fmla="*/ 0 h 297207"/>
              <a:gd name="connsiteX2" fmla="*/ 123363 w 123363"/>
              <a:gd name="connsiteY2" fmla="*/ 297207 h 297207"/>
              <a:gd name="connsiteX3" fmla="*/ 0 w 123363"/>
              <a:gd name="connsiteY3" fmla="*/ 297207 h 297207"/>
            </a:gdLst>
            <a:ahLst/>
            <a:cxnLst/>
            <a:rect l="l" t="t" r="r" b="b"/>
            <a:pathLst>
              <a:path w="123363" h="297207">
                <a:moveTo>
                  <a:pt x="0" y="0"/>
                </a:moveTo>
                <a:lnTo>
                  <a:pt x="123363" y="0"/>
                </a:lnTo>
                <a:lnTo>
                  <a:pt x="123363" y="297207"/>
                </a:lnTo>
                <a:lnTo>
                  <a:pt x="0" y="29720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35000"/>
                  <a:lumOff val="6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任意多边形: 形状 91"/>
          <p:cNvSpPr>
            <a:spLocks noGrp="1"/>
          </p:cNvSpPr>
          <p:nvPr/>
        </p:nvSpPr>
        <p:spPr>
          <a:xfrm>
            <a:off x="7588250" y="4721860"/>
            <a:ext cx="123190" cy="297180"/>
          </a:xfrm>
          <a:custGeom>
            <a:avLst/>
            <a:gdLst>
              <a:gd name="connsiteX0" fmla="*/ 0 w 123363"/>
              <a:gd name="connsiteY0" fmla="*/ 0 h 297207"/>
              <a:gd name="connsiteX1" fmla="*/ 123363 w 123363"/>
              <a:gd name="connsiteY1" fmla="*/ 0 h 297207"/>
              <a:gd name="connsiteX2" fmla="*/ 123363 w 123363"/>
              <a:gd name="connsiteY2" fmla="*/ 297207 h 297207"/>
              <a:gd name="connsiteX3" fmla="*/ 0 w 123363"/>
              <a:gd name="connsiteY3" fmla="*/ 297207 h 297207"/>
            </a:gdLst>
            <a:ahLst/>
            <a:cxnLst/>
            <a:rect l="l" t="t" r="r" b="b"/>
            <a:pathLst>
              <a:path w="123363" h="297207">
                <a:moveTo>
                  <a:pt x="0" y="0"/>
                </a:moveTo>
                <a:lnTo>
                  <a:pt x="123363" y="0"/>
                </a:lnTo>
                <a:lnTo>
                  <a:pt x="123363" y="297207"/>
                </a:lnTo>
                <a:lnTo>
                  <a:pt x="0" y="29720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34000"/>
                  <a:lumOff val="66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任意多边形: 形状 94"/>
          <p:cNvSpPr>
            <a:spLocks noGrp="1"/>
          </p:cNvSpPr>
          <p:nvPr/>
        </p:nvSpPr>
        <p:spPr>
          <a:xfrm>
            <a:off x="7711440" y="4721860"/>
            <a:ext cx="123190" cy="297180"/>
          </a:xfrm>
          <a:custGeom>
            <a:avLst/>
            <a:gdLst>
              <a:gd name="connsiteX0" fmla="*/ 0 w 123362"/>
              <a:gd name="connsiteY0" fmla="*/ 0 h 297207"/>
              <a:gd name="connsiteX1" fmla="*/ 123362 w 123362"/>
              <a:gd name="connsiteY1" fmla="*/ 0 h 297207"/>
              <a:gd name="connsiteX2" fmla="*/ 123362 w 123362"/>
              <a:gd name="connsiteY2" fmla="*/ 297207 h 297207"/>
              <a:gd name="connsiteX3" fmla="*/ 0 w 123362"/>
              <a:gd name="connsiteY3" fmla="*/ 297207 h 297207"/>
            </a:gdLst>
            <a:ahLst/>
            <a:cxnLst/>
            <a:rect l="l" t="t" r="r" b="b"/>
            <a:pathLst>
              <a:path w="123362" h="297207">
                <a:moveTo>
                  <a:pt x="0" y="0"/>
                </a:moveTo>
                <a:lnTo>
                  <a:pt x="123362" y="0"/>
                </a:lnTo>
                <a:lnTo>
                  <a:pt x="123362" y="297207"/>
                </a:lnTo>
                <a:lnTo>
                  <a:pt x="0" y="29720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46000"/>
                  <a:lumOff val="54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任意多边形: 形状 97"/>
          <p:cNvSpPr>
            <a:spLocks noGrp="1"/>
          </p:cNvSpPr>
          <p:nvPr/>
        </p:nvSpPr>
        <p:spPr>
          <a:xfrm>
            <a:off x="7834630" y="4721860"/>
            <a:ext cx="123190" cy="297180"/>
          </a:xfrm>
          <a:custGeom>
            <a:avLst/>
            <a:gdLst>
              <a:gd name="connsiteX0" fmla="*/ 0 w 123362"/>
              <a:gd name="connsiteY0" fmla="*/ 0 h 297207"/>
              <a:gd name="connsiteX1" fmla="*/ 123362 w 123362"/>
              <a:gd name="connsiteY1" fmla="*/ 0 h 297207"/>
              <a:gd name="connsiteX2" fmla="*/ 123362 w 123362"/>
              <a:gd name="connsiteY2" fmla="*/ 297207 h 297207"/>
              <a:gd name="connsiteX3" fmla="*/ 0 w 123362"/>
              <a:gd name="connsiteY3" fmla="*/ 297207 h 297207"/>
            </a:gdLst>
            <a:ahLst/>
            <a:cxnLst/>
            <a:rect l="l" t="t" r="r" b="b"/>
            <a:pathLst>
              <a:path w="123362" h="297207">
                <a:moveTo>
                  <a:pt x="0" y="0"/>
                </a:moveTo>
                <a:lnTo>
                  <a:pt x="123362" y="0"/>
                </a:lnTo>
                <a:lnTo>
                  <a:pt x="123362" y="297207"/>
                </a:lnTo>
                <a:lnTo>
                  <a:pt x="0" y="29720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34000"/>
                  <a:lumOff val="6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任意多边形: 形状 100"/>
          <p:cNvSpPr>
            <a:spLocks noGrp="1"/>
          </p:cNvSpPr>
          <p:nvPr/>
        </p:nvSpPr>
        <p:spPr>
          <a:xfrm>
            <a:off x="7958455" y="4721860"/>
            <a:ext cx="123190" cy="297180"/>
          </a:xfrm>
          <a:custGeom>
            <a:avLst/>
            <a:gdLst>
              <a:gd name="connsiteX0" fmla="*/ 0 w 123362"/>
              <a:gd name="connsiteY0" fmla="*/ 0 h 297207"/>
              <a:gd name="connsiteX1" fmla="*/ 123362 w 123362"/>
              <a:gd name="connsiteY1" fmla="*/ 0 h 297207"/>
              <a:gd name="connsiteX2" fmla="*/ 123362 w 123362"/>
              <a:gd name="connsiteY2" fmla="*/ 297207 h 297207"/>
              <a:gd name="connsiteX3" fmla="*/ 0 w 123362"/>
              <a:gd name="connsiteY3" fmla="*/ 297207 h 297207"/>
            </a:gdLst>
            <a:ahLst/>
            <a:cxnLst/>
            <a:rect l="l" t="t" r="r" b="b"/>
            <a:pathLst>
              <a:path w="123362" h="297207">
                <a:moveTo>
                  <a:pt x="0" y="0"/>
                </a:moveTo>
                <a:lnTo>
                  <a:pt x="123362" y="0"/>
                </a:lnTo>
                <a:lnTo>
                  <a:pt x="123362" y="297207"/>
                </a:lnTo>
                <a:lnTo>
                  <a:pt x="0" y="29720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34000"/>
                  <a:lumOff val="6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矩形: 圆角 76"/>
          <p:cNvSpPr>
            <a:spLocks noGrp="1"/>
          </p:cNvSpPr>
          <p:nvPr/>
        </p:nvSpPr>
        <p:spPr>
          <a:xfrm>
            <a:off x="7055485" y="4949190"/>
            <a:ext cx="1296670" cy="1613535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任意多边形: 形状 105"/>
          <p:cNvSpPr>
            <a:spLocks noGrp="1"/>
          </p:cNvSpPr>
          <p:nvPr/>
        </p:nvSpPr>
        <p:spPr>
          <a:xfrm>
            <a:off x="7055485" y="5209540"/>
            <a:ext cx="1296670" cy="1353185"/>
          </a:xfrm>
          <a:custGeom>
            <a:avLst/>
            <a:gdLst>
              <a:gd name="connsiteX0" fmla="*/ 1004471 w 1296623"/>
              <a:gd name="connsiteY0" fmla="*/ 263 h 1352909"/>
              <a:gd name="connsiteX1" fmla="*/ 1251584 w 1296623"/>
              <a:gd name="connsiteY1" fmla="*/ 11935 h 1352909"/>
              <a:gd name="connsiteX2" fmla="*/ 1293821 w 1296623"/>
              <a:gd name="connsiteY2" fmla="*/ 20576 h 1352909"/>
              <a:gd name="connsiteX3" fmla="*/ 1296623 w 1296623"/>
              <a:gd name="connsiteY3" fmla="*/ 48370 h 1352909"/>
              <a:gd name="connsiteX4" fmla="*/ 1296623 w 1296623"/>
              <a:gd name="connsiteY4" fmla="*/ 1043872 h 1352909"/>
              <a:gd name="connsiteX5" fmla="*/ 987586 w 1296623"/>
              <a:gd name="connsiteY5" fmla="*/ 1352909 h 1352909"/>
              <a:gd name="connsiteX6" fmla="*/ 309037 w 1296623"/>
              <a:gd name="connsiteY6" fmla="*/ 1352909 h 1352909"/>
              <a:gd name="connsiteX7" fmla="*/ 0 w 1296623"/>
              <a:gd name="connsiteY7" fmla="*/ 1043872 h 1352909"/>
              <a:gd name="connsiteX8" fmla="*/ 0 w 1296623"/>
              <a:gd name="connsiteY8" fmla="*/ 52913 h 1352909"/>
              <a:gd name="connsiteX9" fmla="*/ 48266 w 1296623"/>
              <a:gd name="connsiteY9" fmla="*/ 39555 h 1352909"/>
              <a:gd name="connsiteX10" fmla="*/ 476437 w 1296623"/>
              <a:gd name="connsiteY10" fmla="*/ 90416 h 1352909"/>
              <a:gd name="connsiteX11" fmla="*/ 1004471 w 1296623"/>
              <a:gd name="connsiteY11" fmla="*/ 263 h 1352909"/>
            </a:gdLst>
            <a:ahLst/>
            <a:cxnLst/>
            <a:rect l="l" t="t" r="r" b="b"/>
            <a:pathLst>
              <a:path w="1296623" h="1352909">
                <a:moveTo>
                  <a:pt x="1004471" y="263"/>
                </a:moveTo>
                <a:cubicBezTo>
                  <a:pt x="1087647" y="-810"/>
                  <a:pt x="1171628" y="1068"/>
                  <a:pt x="1251584" y="11935"/>
                </a:cubicBezTo>
                <a:lnTo>
                  <a:pt x="1293821" y="20576"/>
                </a:lnTo>
                <a:lnTo>
                  <a:pt x="1296623" y="48370"/>
                </a:lnTo>
                <a:lnTo>
                  <a:pt x="1296623" y="1043872"/>
                </a:lnTo>
                <a:cubicBezTo>
                  <a:pt x="1296623" y="1214548"/>
                  <a:pt x="1158262" y="1352909"/>
                  <a:pt x="987586" y="1352909"/>
                </a:cubicBezTo>
                <a:lnTo>
                  <a:pt x="309037" y="1352909"/>
                </a:lnTo>
                <a:cubicBezTo>
                  <a:pt x="138361" y="1352909"/>
                  <a:pt x="0" y="1214548"/>
                  <a:pt x="0" y="1043872"/>
                </a:cubicBezTo>
                <a:lnTo>
                  <a:pt x="0" y="52913"/>
                </a:lnTo>
                <a:lnTo>
                  <a:pt x="48266" y="39555"/>
                </a:lnTo>
                <a:cubicBezTo>
                  <a:pt x="169558" y="25418"/>
                  <a:pt x="344429" y="101686"/>
                  <a:pt x="476437" y="90416"/>
                </a:cubicBezTo>
                <a:cubicBezTo>
                  <a:pt x="652448" y="75390"/>
                  <a:pt x="838119" y="2409"/>
                  <a:pt x="1004471" y="26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任意多边形: 形状 109"/>
          <p:cNvSpPr>
            <a:spLocks noGrp="1"/>
          </p:cNvSpPr>
          <p:nvPr/>
        </p:nvSpPr>
        <p:spPr>
          <a:xfrm>
            <a:off x="7383780" y="5450840"/>
            <a:ext cx="327660" cy="763905"/>
          </a:xfrm>
          <a:custGeom>
            <a:avLst/>
            <a:gdLst>
              <a:gd name="connsiteX0" fmla="*/ 616191 w 616191"/>
              <a:gd name="connsiteY0" fmla="*/ 0 h 1437578"/>
              <a:gd name="connsiteX1" fmla="*/ 616191 w 616191"/>
              <a:gd name="connsiteY1" fmla="*/ 1437578 h 1437578"/>
              <a:gd name="connsiteX2" fmla="*/ 608501 w 616191"/>
              <a:gd name="connsiteY2" fmla="*/ 1436553 h 1437578"/>
              <a:gd name="connsiteX3" fmla="*/ 94525 w 616191"/>
              <a:gd name="connsiteY3" fmla="*/ 830380 h 1437578"/>
              <a:gd name="connsiteX4" fmla="*/ 16 w 616191"/>
              <a:gd name="connsiteY4" fmla="*/ 299598 h 1437578"/>
              <a:gd name="connsiteX5" fmla="*/ 57109 w 616191"/>
              <a:gd name="connsiteY5" fmla="*/ 207855 h 1437578"/>
              <a:gd name="connsiteX6" fmla="*/ 574614 w 616191"/>
              <a:gd name="connsiteY6" fmla="*/ 5695 h 1437578"/>
            </a:gdLst>
            <a:ahLst/>
            <a:cxnLst/>
            <a:rect l="l" t="t" r="r" b="b"/>
            <a:pathLst>
              <a:path w="616191" h="1437578">
                <a:moveTo>
                  <a:pt x="616191" y="0"/>
                </a:moveTo>
                <a:lnTo>
                  <a:pt x="616191" y="1437578"/>
                </a:lnTo>
                <a:lnTo>
                  <a:pt x="608501" y="1436553"/>
                </a:lnTo>
                <a:cubicBezTo>
                  <a:pt x="530622" y="1416873"/>
                  <a:pt x="252916" y="1229783"/>
                  <a:pt x="94525" y="830380"/>
                </a:cubicBezTo>
                <a:cubicBezTo>
                  <a:pt x="21495" y="646339"/>
                  <a:pt x="2788" y="440124"/>
                  <a:pt x="16" y="299598"/>
                </a:cubicBezTo>
                <a:cubicBezTo>
                  <a:pt x="-677" y="260794"/>
                  <a:pt x="22188" y="223931"/>
                  <a:pt x="57109" y="207855"/>
                </a:cubicBezTo>
                <a:cubicBezTo>
                  <a:pt x="202614" y="140433"/>
                  <a:pt x="454427" y="31949"/>
                  <a:pt x="574614" y="569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55000"/>
                  <a:lumOff val="4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任意多边形: 形状 112"/>
          <p:cNvSpPr>
            <a:spLocks noGrp="1"/>
          </p:cNvSpPr>
          <p:nvPr/>
        </p:nvSpPr>
        <p:spPr>
          <a:xfrm>
            <a:off x="7711440" y="5450840"/>
            <a:ext cx="327025" cy="763905"/>
          </a:xfrm>
          <a:custGeom>
            <a:avLst/>
            <a:gdLst>
              <a:gd name="connsiteX0" fmla="*/ 1179 w 616190"/>
              <a:gd name="connsiteY0" fmla="*/ 0 h 1437823"/>
              <a:gd name="connsiteX1" fmla="*/ 559500 w 616190"/>
              <a:gd name="connsiteY1" fmla="*/ 207324 h 1437823"/>
              <a:gd name="connsiteX2" fmla="*/ 616177 w 616190"/>
              <a:gd name="connsiteY2" fmla="*/ 298652 h 1437823"/>
              <a:gd name="connsiteX3" fmla="*/ 521392 w 616190"/>
              <a:gd name="connsiteY3" fmla="*/ 830542 h 1437823"/>
              <a:gd name="connsiteX4" fmla="*/ 9355 w 616190"/>
              <a:gd name="connsiteY4" fmla="*/ 1436576 h 1437823"/>
              <a:gd name="connsiteX5" fmla="*/ 625 w 616190"/>
              <a:gd name="connsiteY5" fmla="*/ 1437823 h 1437823"/>
              <a:gd name="connsiteX6" fmla="*/ 0 w 616190"/>
              <a:gd name="connsiteY6" fmla="*/ 1437740 h 1437823"/>
              <a:gd name="connsiteX7" fmla="*/ 0 w 616190"/>
              <a:gd name="connsiteY7" fmla="*/ 162 h 1437823"/>
            </a:gdLst>
            <a:ahLst/>
            <a:cxnLst/>
            <a:rect l="l" t="t" r="r" b="b"/>
            <a:pathLst>
              <a:path w="616190" h="1437823">
                <a:moveTo>
                  <a:pt x="1179" y="0"/>
                </a:moveTo>
                <a:cubicBezTo>
                  <a:pt x="90006" y="139"/>
                  <a:pt x="393902" y="130409"/>
                  <a:pt x="559500" y="207324"/>
                </a:cubicBezTo>
                <a:cubicBezTo>
                  <a:pt x="590264" y="221737"/>
                  <a:pt x="616870" y="264282"/>
                  <a:pt x="616177" y="298652"/>
                </a:cubicBezTo>
                <a:cubicBezTo>
                  <a:pt x="613129" y="440009"/>
                  <a:pt x="594421" y="647194"/>
                  <a:pt x="521392" y="830542"/>
                </a:cubicBezTo>
                <a:cubicBezTo>
                  <a:pt x="372423" y="1205138"/>
                  <a:pt x="98598" y="1413016"/>
                  <a:pt x="9355" y="1436576"/>
                </a:cubicBezTo>
                <a:cubicBezTo>
                  <a:pt x="6584" y="1437407"/>
                  <a:pt x="3535" y="1437823"/>
                  <a:pt x="625" y="1437823"/>
                </a:cubicBezTo>
                <a:lnTo>
                  <a:pt x="0" y="1437740"/>
                </a:lnTo>
                <a:lnTo>
                  <a:pt x="0" y="162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55000"/>
                  <a:lumOff val="45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梯形 130"/>
          <p:cNvSpPr>
            <a:spLocks noGrp="1"/>
          </p:cNvSpPr>
          <p:nvPr/>
        </p:nvSpPr>
        <p:spPr>
          <a:xfrm>
            <a:off x="3192145" y="5909945"/>
            <a:ext cx="1013460" cy="485140"/>
          </a:xfrm>
          <a:prstGeom prst="trapezoid">
            <a:avLst>
              <a:gd name="adj" fmla="val 36086"/>
            </a:avLst>
          </a:prstGeom>
          <a:gradFill rotWithShape="1">
            <a:gsLst>
              <a:gs pos="0">
                <a:schemeClr val="accent1">
                  <a:lumMod val="50000"/>
                  <a:lumOff val="50000"/>
                </a:schemeClr>
              </a:gs>
              <a:gs pos="100000">
                <a:schemeClr val="accent1">
                  <a:lumMod val="42000"/>
                  <a:lumOff val="58000"/>
                  <a:alpha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矩形: 圆顶角 29"/>
          <p:cNvSpPr>
            <a:spLocks noGrp="1"/>
          </p:cNvSpPr>
          <p:nvPr/>
        </p:nvSpPr>
        <p:spPr>
          <a:xfrm flipV="1">
            <a:off x="3185160" y="6393180"/>
            <a:ext cx="1020445" cy="91440"/>
          </a:xfrm>
          <a:prstGeom prst="round2SameRect">
            <a:avLst>
              <a:gd name="adj1" fmla="val 50000"/>
              <a:gd name="adj2" fmla="val 0"/>
            </a:avLst>
          </a:prstGeom>
          <a:gradFill rotWithShape="1">
            <a:gsLst>
              <a:gs pos="0">
                <a:schemeClr val="accent1">
                  <a:lumMod val="59000"/>
                  <a:lumOff val="41000"/>
                </a:schemeClr>
              </a:gs>
              <a:gs pos="100000">
                <a:schemeClr val="accent1">
                  <a:lumMod val="50000"/>
                  <a:lumOff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矩形: 圆角 3"/>
          <p:cNvSpPr>
            <a:spLocks noGrp="1"/>
          </p:cNvSpPr>
          <p:nvPr/>
        </p:nvSpPr>
        <p:spPr>
          <a:xfrm>
            <a:off x="2385060" y="4210685"/>
            <a:ext cx="2557780" cy="1709420"/>
          </a:xfrm>
          <a:prstGeom prst="roundRect">
            <a:avLst>
              <a:gd name="adj" fmla="val 4858"/>
            </a:avLst>
          </a:prstGeom>
          <a:gradFill rotWithShape="1"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46000"/>
                  <a:lumOff val="54000"/>
                </a:schemeClr>
              </a:gs>
            </a:gsLst>
            <a:lin ang="2700000" scaled="0"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2428240" y="4422140"/>
            <a:ext cx="2471420" cy="1287145"/>
          </a:xfrm>
          <a:prstGeom prst="rect">
            <a:avLst/>
          </a:prstGeom>
          <a:gradFill>
            <a:gsLst>
              <a:gs pos="0">
                <a:schemeClr val="accent1">
                  <a:lumMod val="21000"/>
                  <a:lumOff val="79000"/>
                </a:schemeClr>
              </a:gs>
              <a:gs pos="100000">
                <a:schemeClr val="accent1">
                  <a:lumMod val="17000"/>
                  <a:lumOff val="83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直接连接符 134"/>
          <p:cNvSpPr>
            <a:spLocks noGrp="1"/>
          </p:cNvSpPr>
          <p:nvPr/>
        </p:nvSpPr>
        <p:spPr>
          <a:xfrm>
            <a:off x="2606675" y="4608830"/>
            <a:ext cx="2086610" cy="0"/>
          </a:xfrm>
          <a:prstGeom prst="line">
            <a:avLst/>
          </a:prstGeom>
          <a:ln w="25400">
            <a:solidFill>
              <a:srgbClr val="FFFFFF">
                <a:alpha val="44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/>
          <p:cNvSpPr>
            <a:spLocks noGrp="1"/>
          </p:cNvSpPr>
          <p:nvPr/>
        </p:nvSpPr>
        <p:spPr>
          <a:xfrm>
            <a:off x="2606675" y="4774565"/>
            <a:ext cx="2086610" cy="0"/>
          </a:xfrm>
          <a:prstGeom prst="line">
            <a:avLst/>
          </a:prstGeom>
          <a:ln w="25400">
            <a:solidFill>
              <a:srgbClr val="FFFFFF">
                <a:alpha val="4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7" name="直接连接符 136"/>
          <p:cNvSpPr>
            <a:spLocks noGrp="1"/>
          </p:cNvSpPr>
          <p:nvPr/>
        </p:nvSpPr>
        <p:spPr>
          <a:xfrm>
            <a:off x="2606675" y="4940300"/>
            <a:ext cx="2086610" cy="0"/>
          </a:xfrm>
          <a:prstGeom prst="line">
            <a:avLst/>
          </a:prstGeom>
          <a:ln w="25400">
            <a:solidFill>
              <a:srgbClr val="FFFFFF">
                <a:alpha val="4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8" name="直接连接符 137"/>
          <p:cNvSpPr>
            <a:spLocks noGrp="1"/>
          </p:cNvSpPr>
          <p:nvPr/>
        </p:nvSpPr>
        <p:spPr>
          <a:xfrm>
            <a:off x="2606675" y="5106670"/>
            <a:ext cx="2086610" cy="0"/>
          </a:xfrm>
          <a:prstGeom prst="line">
            <a:avLst/>
          </a:prstGeom>
          <a:ln w="25400">
            <a:solidFill>
              <a:srgbClr val="FFFFFF">
                <a:alpha val="4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9" name="矩形: 圆角 33"/>
          <p:cNvSpPr>
            <a:spLocks noGrp="1"/>
          </p:cNvSpPr>
          <p:nvPr/>
        </p:nvSpPr>
        <p:spPr>
          <a:xfrm>
            <a:off x="4801870" y="3912870"/>
            <a:ext cx="2463800" cy="2659380"/>
          </a:xfrm>
          <a:prstGeom prst="roundRect">
            <a:avLst>
              <a:gd name="adj" fmla="val 5206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  <a:effectLst>
            <a:outerShdw blurRad="254000" dist="38100" dir="2700000" algn="tl" rotWithShape="0">
              <a:schemeClr val="accent2">
                <a:lumMod val="2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矩形: 圆角 34"/>
          <p:cNvSpPr>
            <a:spLocks noGrp="1"/>
          </p:cNvSpPr>
          <p:nvPr/>
        </p:nvSpPr>
        <p:spPr>
          <a:xfrm>
            <a:off x="4944745" y="4169410"/>
            <a:ext cx="2206625" cy="2334895"/>
          </a:xfrm>
          <a:prstGeom prst="roundRect">
            <a:avLst>
              <a:gd name="adj" fmla="val 2367"/>
            </a:avLst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ang="5400000" scaled="1"/>
            <a:tileRect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任意多边形: 形状 57"/>
          <p:cNvSpPr>
            <a:spLocks noGrp="1"/>
          </p:cNvSpPr>
          <p:nvPr/>
        </p:nvSpPr>
        <p:spPr>
          <a:xfrm>
            <a:off x="5403850" y="3577590"/>
            <a:ext cx="1326515" cy="579755"/>
          </a:xfrm>
          <a:custGeom>
            <a:avLst/>
            <a:gdLst>
              <a:gd name="connsiteX0" fmla="*/ 663334 w 1326668"/>
              <a:gd name="connsiteY0" fmla="*/ 114897 h 579857"/>
              <a:gd name="connsiteX1" fmla="*/ 599952 w 1326668"/>
              <a:gd name="connsiteY1" fmla="*/ 178279 h 579857"/>
              <a:gd name="connsiteX2" fmla="*/ 663334 w 1326668"/>
              <a:gd name="connsiteY2" fmla="*/ 241661 h 579857"/>
              <a:gd name="connsiteX3" fmla="*/ 726716 w 1326668"/>
              <a:gd name="connsiteY3" fmla="*/ 178279 h 579857"/>
              <a:gd name="connsiteX4" fmla="*/ 663334 w 1326668"/>
              <a:gd name="connsiteY4" fmla="*/ 114897 h 579857"/>
              <a:gd name="connsiteX5" fmla="*/ 663334 w 1326668"/>
              <a:gd name="connsiteY5" fmla="*/ 0 h 579857"/>
              <a:gd name="connsiteX6" fmla="*/ 841613 w 1326668"/>
              <a:gd name="connsiteY6" fmla="*/ 178279 h 579857"/>
              <a:gd name="connsiteX7" fmla="*/ 827603 w 1326668"/>
              <a:gd name="connsiteY7" fmla="*/ 247673 h 579857"/>
              <a:gd name="connsiteX8" fmla="*/ 800511 w 1326668"/>
              <a:gd name="connsiteY8" fmla="*/ 287856 h 579857"/>
              <a:gd name="connsiteX9" fmla="*/ 1180667 w 1326668"/>
              <a:gd name="connsiteY9" fmla="*/ 287856 h 579857"/>
              <a:gd name="connsiteX10" fmla="*/ 1326668 w 1326668"/>
              <a:gd name="connsiteY10" fmla="*/ 433857 h 579857"/>
              <a:gd name="connsiteX11" fmla="*/ 1326667 w 1326668"/>
              <a:gd name="connsiteY11" fmla="*/ 579857 h 579857"/>
              <a:gd name="connsiteX12" fmla="*/ 0 w 1326668"/>
              <a:gd name="connsiteY12" fmla="*/ 579857 h 579857"/>
              <a:gd name="connsiteX13" fmla="*/ 0 w 1326668"/>
              <a:gd name="connsiteY13" fmla="*/ 433857 h 579857"/>
              <a:gd name="connsiteX14" fmla="*/ 146001 w 1326668"/>
              <a:gd name="connsiteY14" fmla="*/ 287856 h 579857"/>
              <a:gd name="connsiteX15" fmla="*/ 526157 w 1326668"/>
              <a:gd name="connsiteY15" fmla="*/ 287856 h 579857"/>
              <a:gd name="connsiteX16" fmla="*/ 499065 w 1326668"/>
              <a:gd name="connsiteY16" fmla="*/ 247673 h 579857"/>
              <a:gd name="connsiteX17" fmla="*/ 485055 w 1326668"/>
              <a:gd name="connsiteY17" fmla="*/ 178279 h 579857"/>
              <a:gd name="connsiteX18" fmla="*/ 663334 w 1326668"/>
              <a:gd name="connsiteY18" fmla="*/ 0 h 579857"/>
            </a:gdLst>
            <a:ahLst/>
            <a:cxnLst/>
            <a:rect l="l" t="t" r="r" b="b"/>
            <a:pathLst>
              <a:path w="1326668" h="579857">
                <a:moveTo>
                  <a:pt x="663334" y="114897"/>
                </a:moveTo>
                <a:cubicBezTo>
                  <a:pt x="628329" y="114897"/>
                  <a:pt x="599952" y="143274"/>
                  <a:pt x="599952" y="178279"/>
                </a:cubicBezTo>
                <a:cubicBezTo>
                  <a:pt x="599952" y="213284"/>
                  <a:pt x="628329" y="241661"/>
                  <a:pt x="663334" y="241661"/>
                </a:cubicBezTo>
                <a:cubicBezTo>
                  <a:pt x="698339" y="241661"/>
                  <a:pt x="726716" y="213284"/>
                  <a:pt x="726716" y="178279"/>
                </a:cubicBezTo>
                <a:cubicBezTo>
                  <a:pt x="726716" y="143274"/>
                  <a:pt x="698339" y="114897"/>
                  <a:pt x="663334" y="114897"/>
                </a:cubicBezTo>
                <a:close/>
                <a:moveTo>
                  <a:pt x="663334" y="0"/>
                </a:moveTo>
                <a:cubicBezTo>
                  <a:pt x="761795" y="0"/>
                  <a:pt x="841613" y="79818"/>
                  <a:pt x="841613" y="178279"/>
                </a:cubicBezTo>
                <a:cubicBezTo>
                  <a:pt x="841613" y="202894"/>
                  <a:pt x="836624" y="226344"/>
                  <a:pt x="827603" y="247673"/>
                </a:cubicBezTo>
                <a:lnTo>
                  <a:pt x="800511" y="287856"/>
                </a:lnTo>
                <a:lnTo>
                  <a:pt x="1180667" y="287856"/>
                </a:lnTo>
                <a:cubicBezTo>
                  <a:pt x="1261301" y="287856"/>
                  <a:pt x="1326668" y="353223"/>
                  <a:pt x="1326668" y="433857"/>
                </a:cubicBezTo>
                <a:cubicBezTo>
                  <a:pt x="1326668" y="482524"/>
                  <a:pt x="1326667" y="531190"/>
                  <a:pt x="1326667" y="579857"/>
                </a:cubicBezTo>
                <a:lnTo>
                  <a:pt x="0" y="579857"/>
                </a:lnTo>
                <a:lnTo>
                  <a:pt x="0" y="433857"/>
                </a:lnTo>
                <a:cubicBezTo>
                  <a:pt x="0" y="353223"/>
                  <a:pt x="65367" y="287856"/>
                  <a:pt x="146001" y="287856"/>
                </a:cubicBezTo>
                <a:lnTo>
                  <a:pt x="526157" y="287856"/>
                </a:lnTo>
                <a:lnTo>
                  <a:pt x="499065" y="247673"/>
                </a:lnTo>
                <a:cubicBezTo>
                  <a:pt x="490044" y="226344"/>
                  <a:pt x="485055" y="202894"/>
                  <a:pt x="485055" y="178279"/>
                </a:cubicBezTo>
                <a:cubicBezTo>
                  <a:pt x="485055" y="79818"/>
                  <a:pt x="564873" y="0"/>
                  <a:pt x="663334" y="0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9000"/>
                  <a:lumOff val="91000"/>
                </a:schemeClr>
              </a:gs>
              <a:gs pos="100000">
                <a:schemeClr val="accent1">
                  <a:lumMod val="46000"/>
                  <a:lumOff val="54000"/>
                </a:schemeClr>
              </a:gs>
            </a:gsLst>
            <a:lin ang="2700000" scaled="0"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" name="矩形: 圆顶角 37"/>
          <p:cNvSpPr>
            <a:spLocks noGrp="1"/>
          </p:cNvSpPr>
          <p:nvPr/>
        </p:nvSpPr>
        <p:spPr>
          <a:xfrm flipV="1">
            <a:off x="5395595" y="4093845"/>
            <a:ext cx="1341120" cy="75565"/>
          </a:xfrm>
          <a:prstGeom prst="round2SameRect">
            <a:avLst>
              <a:gd name="adj1" fmla="val 50000"/>
              <a:gd name="adj2" fmla="val 0"/>
            </a:avLst>
          </a:prstGeom>
          <a:gradFill rotWithShape="1">
            <a:gsLst>
              <a:gs pos="0">
                <a:schemeClr val="accent1">
                  <a:lumMod val="17000"/>
                  <a:lumOff val="83000"/>
                </a:schemeClr>
              </a:gs>
              <a:gs pos="100000">
                <a:schemeClr val="accent1">
                  <a:lumMod val="55000"/>
                  <a:lumOff val="4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椭圆 142"/>
          <p:cNvSpPr>
            <a:spLocks noGrp="1"/>
          </p:cNvSpPr>
          <p:nvPr/>
        </p:nvSpPr>
        <p:spPr>
          <a:xfrm>
            <a:off x="5787390" y="4333240"/>
            <a:ext cx="511175" cy="511175"/>
          </a:xfrm>
          <a:prstGeom prst="ellipse">
            <a:avLst/>
          </a:prstGeom>
          <a:gradFill rotWithShape="1">
            <a:gsLst>
              <a:gs pos="0">
                <a:schemeClr val="accent1">
                  <a:lumMod val="46000"/>
                  <a:lumOff val="54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加号 143"/>
          <p:cNvSpPr>
            <a:spLocks noGrp="1"/>
          </p:cNvSpPr>
          <p:nvPr/>
        </p:nvSpPr>
        <p:spPr>
          <a:xfrm>
            <a:off x="5851525" y="4399915"/>
            <a:ext cx="401955" cy="401955"/>
          </a:xfrm>
          <a:prstGeom prst="mathPlus">
            <a:avLst>
              <a:gd name="adj1" fmla="val 26726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矩形: 圆角 43"/>
          <p:cNvSpPr>
            <a:spLocks noGrp="1"/>
          </p:cNvSpPr>
          <p:nvPr/>
        </p:nvSpPr>
        <p:spPr>
          <a:xfrm>
            <a:off x="5072380" y="4974590"/>
            <a:ext cx="1927860" cy="240665"/>
          </a:xfrm>
          <a:prstGeom prst="roundRect">
            <a:avLst/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矩形: 圆角 62"/>
          <p:cNvSpPr>
            <a:spLocks noGrp="1"/>
          </p:cNvSpPr>
          <p:nvPr/>
        </p:nvSpPr>
        <p:spPr>
          <a:xfrm>
            <a:off x="5069840" y="5268595"/>
            <a:ext cx="576580" cy="474980"/>
          </a:xfrm>
          <a:prstGeom prst="roundRect">
            <a:avLst>
              <a:gd name="adj" fmla="val 11241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7" name="矩形: 圆角 65"/>
          <p:cNvSpPr>
            <a:spLocks noGrp="1"/>
          </p:cNvSpPr>
          <p:nvPr/>
        </p:nvSpPr>
        <p:spPr>
          <a:xfrm>
            <a:off x="5725795" y="5268595"/>
            <a:ext cx="1274445" cy="474980"/>
          </a:xfrm>
          <a:prstGeom prst="roundRect">
            <a:avLst>
              <a:gd name="adj" fmla="val 11241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8" name="矩形: 圆角 69"/>
          <p:cNvSpPr>
            <a:spLocks noGrp="1"/>
          </p:cNvSpPr>
          <p:nvPr/>
        </p:nvSpPr>
        <p:spPr>
          <a:xfrm>
            <a:off x="5063490" y="5819775"/>
            <a:ext cx="576580" cy="474980"/>
          </a:xfrm>
          <a:prstGeom prst="roundRect">
            <a:avLst>
              <a:gd name="adj" fmla="val 11241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" name="矩形: 圆角 70"/>
          <p:cNvSpPr>
            <a:spLocks noGrp="1"/>
          </p:cNvSpPr>
          <p:nvPr/>
        </p:nvSpPr>
        <p:spPr>
          <a:xfrm>
            <a:off x="5720080" y="5819775"/>
            <a:ext cx="1274445" cy="474980"/>
          </a:xfrm>
          <a:prstGeom prst="roundRect">
            <a:avLst>
              <a:gd name="adj" fmla="val 11241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任意多边形: 形状 75"/>
          <p:cNvSpPr>
            <a:spLocks noGrp="1"/>
          </p:cNvSpPr>
          <p:nvPr/>
        </p:nvSpPr>
        <p:spPr>
          <a:xfrm>
            <a:off x="4601210" y="4785995"/>
            <a:ext cx="288290" cy="1817370"/>
          </a:xfrm>
          <a:custGeom>
            <a:avLst/>
            <a:gdLst>
              <a:gd name="connsiteX0" fmla="*/ 144000 w 288000"/>
              <a:gd name="connsiteY0" fmla="*/ 0 h 1816908"/>
              <a:gd name="connsiteX1" fmla="*/ 221087 w 288000"/>
              <a:gd name="connsiteY1" fmla="*/ 77087 h 1816908"/>
              <a:gd name="connsiteX2" fmla="*/ 221087 w 288000"/>
              <a:gd name="connsiteY2" fmla="*/ 284505 h 1816908"/>
              <a:gd name="connsiteX3" fmla="*/ 245824 w 288000"/>
              <a:gd name="connsiteY3" fmla="*/ 301183 h 1816908"/>
              <a:gd name="connsiteX4" fmla="*/ 288000 w 288000"/>
              <a:gd name="connsiteY4" fmla="*/ 403006 h 1816908"/>
              <a:gd name="connsiteX5" fmla="*/ 288000 w 288000"/>
              <a:gd name="connsiteY5" fmla="*/ 1672908 h 1816908"/>
              <a:gd name="connsiteX6" fmla="*/ 144000 w 288000"/>
              <a:gd name="connsiteY6" fmla="*/ 1816908 h 1816908"/>
              <a:gd name="connsiteX7" fmla="*/ 0 w 288000"/>
              <a:gd name="connsiteY7" fmla="*/ 1672908 h 1816908"/>
              <a:gd name="connsiteX8" fmla="*/ 0 w 288000"/>
              <a:gd name="connsiteY8" fmla="*/ 403006 h 1816908"/>
              <a:gd name="connsiteX9" fmla="*/ 42177 w 288000"/>
              <a:gd name="connsiteY9" fmla="*/ 301183 h 1816908"/>
              <a:gd name="connsiteX10" fmla="*/ 66913 w 288000"/>
              <a:gd name="connsiteY10" fmla="*/ 284505 h 1816908"/>
              <a:gd name="connsiteX11" fmla="*/ 66913 w 288000"/>
              <a:gd name="connsiteY11" fmla="*/ 77087 h 1816908"/>
              <a:gd name="connsiteX12" fmla="*/ 144000 w 288000"/>
              <a:gd name="connsiteY12" fmla="*/ 0 h 1816908"/>
            </a:gdLst>
            <a:ahLst/>
            <a:cxnLst/>
            <a:rect l="l" t="t" r="r" b="b"/>
            <a:pathLst>
              <a:path w="288000" h="1816908">
                <a:moveTo>
                  <a:pt x="144000" y="0"/>
                </a:moveTo>
                <a:cubicBezTo>
                  <a:pt x="186574" y="0"/>
                  <a:pt x="221087" y="34513"/>
                  <a:pt x="221087" y="77087"/>
                </a:cubicBezTo>
                <a:lnTo>
                  <a:pt x="221087" y="284505"/>
                </a:lnTo>
                <a:lnTo>
                  <a:pt x="245824" y="301183"/>
                </a:lnTo>
                <a:cubicBezTo>
                  <a:pt x="271882" y="327242"/>
                  <a:pt x="288000" y="363242"/>
                  <a:pt x="288000" y="403006"/>
                </a:cubicBezTo>
                <a:lnTo>
                  <a:pt x="288000" y="1672908"/>
                </a:lnTo>
                <a:cubicBezTo>
                  <a:pt x="288000" y="1752437"/>
                  <a:pt x="223529" y="1816908"/>
                  <a:pt x="144000" y="1816908"/>
                </a:cubicBezTo>
                <a:cubicBezTo>
                  <a:pt x="64471" y="1816908"/>
                  <a:pt x="0" y="1752437"/>
                  <a:pt x="0" y="1672908"/>
                </a:cubicBezTo>
                <a:lnTo>
                  <a:pt x="0" y="403006"/>
                </a:lnTo>
                <a:cubicBezTo>
                  <a:pt x="0" y="363242"/>
                  <a:pt x="16118" y="327242"/>
                  <a:pt x="42177" y="301183"/>
                </a:cubicBezTo>
                <a:lnTo>
                  <a:pt x="66913" y="284505"/>
                </a:lnTo>
                <a:lnTo>
                  <a:pt x="66913" y="77087"/>
                </a:lnTo>
                <a:cubicBezTo>
                  <a:pt x="66913" y="34513"/>
                  <a:pt x="101426" y="0"/>
                  <a:pt x="144000" y="0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21000"/>
                  <a:lumOff val="79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1" name="任意多边形: 形状 74"/>
          <p:cNvSpPr>
            <a:spLocks noGrp="1"/>
          </p:cNvSpPr>
          <p:nvPr/>
        </p:nvSpPr>
        <p:spPr>
          <a:xfrm>
            <a:off x="4667885" y="4784090"/>
            <a:ext cx="154305" cy="205740"/>
          </a:xfrm>
          <a:custGeom>
            <a:avLst/>
            <a:gdLst>
              <a:gd name="connsiteX0" fmla="*/ 77087 w 154174"/>
              <a:gd name="connsiteY0" fmla="*/ 0 h 205865"/>
              <a:gd name="connsiteX1" fmla="*/ 154174 w 154174"/>
              <a:gd name="connsiteY1" fmla="*/ 77087 h 205865"/>
              <a:gd name="connsiteX2" fmla="*/ 154174 w 154174"/>
              <a:gd name="connsiteY2" fmla="*/ 205865 h 205865"/>
              <a:gd name="connsiteX3" fmla="*/ 0 w 154174"/>
              <a:gd name="connsiteY3" fmla="*/ 205865 h 205865"/>
              <a:gd name="connsiteX4" fmla="*/ 0 w 154174"/>
              <a:gd name="connsiteY4" fmla="*/ 77087 h 205865"/>
              <a:gd name="connsiteX5" fmla="*/ 77087 w 154174"/>
              <a:gd name="connsiteY5" fmla="*/ 0 h 205865"/>
            </a:gdLst>
            <a:ahLst/>
            <a:cxnLst/>
            <a:rect l="l" t="t" r="r" b="b"/>
            <a:pathLst>
              <a:path w="154174" h="205865">
                <a:moveTo>
                  <a:pt x="77087" y="0"/>
                </a:moveTo>
                <a:cubicBezTo>
                  <a:pt x="119661" y="0"/>
                  <a:pt x="154174" y="34513"/>
                  <a:pt x="154174" y="77087"/>
                </a:cubicBezTo>
                <a:lnTo>
                  <a:pt x="154174" y="205865"/>
                </a:lnTo>
                <a:lnTo>
                  <a:pt x="0" y="205865"/>
                </a:lnTo>
                <a:lnTo>
                  <a:pt x="0" y="77087"/>
                </a:lnTo>
                <a:cubicBezTo>
                  <a:pt x="0" y="34513"/>
                  <a:pt x="34513" y="0"/>
                  <a:pt x="77087" y="0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71000"/>
                  <a:lumOff val="29000"/>
                </a:schemeClr>
              </a:gs>
              <a:gs pos="100000">
                <a:schemeClr val="accent1">
                  <a:lumMod val="21000"/>
                  <a:lumOff val="79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矩形 151"/>
          <p:cNvSpPr>
            <a:spLocks noGrp="1"/>
          </p:cNvSpPr>
          <p:nvPr/>
        </p:nvSpPr>
        <p:spPr>
          <a:xfrm>
            <a:off x="4849495" y="5114925"/>
            <a:ext cx="45720" cy="1613535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10936605" y="1701800"/>
            <a:ext cx="1255395" cy="4222115"/>
          </a:xfrm>
          <a:prstGeom prst="rect">
            <a:avLst/>
          </a:prstGeom>
          <a:gradFill>
            <a:gsLst>
              <a:gs pos="0">
                <a:schemeClr val="accent1">
                  <a:lumMod val="59000"/>
                  <a:lumOff val="41000"/>
                  <a:alpha val="48000"/>
                </a:schemeClr>
              </a:gs>
              <a:gs pos="100000">
                <a:schemeClr val="accent1">
                  <a:lumMod val="63000"/>
                  <a:lumOff val="37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4722495" y="4987925"/>
            <a:ext cx="45720" cy="1613535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署名占位符 10"/>
          <p:cNvSpPr>
            <a:spLocks noGrp="1"/>
          </p:cNvSpPr>
          <p:nvPr>
            <p:ph type="body" idx="13" hasCustomPrompt="1"/>
          </p:nvPr>
        </p:nvSpPr>
        <p:spPr>
          <a:xfrm>
            <a:off x="4656180" y="61282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署名</a:t>
            </a:r>
          </a:p>
        </p:txBody>
      </p:sp>
      <p:sp>
        <p:nvSpPr>
          <p:cNvPr id="171" name="矩形 170"/>
          <p:cNvSpPr>
            <a:spLocks noGrp="1"/>
          </p:cNvSpPr>
          <p:nvPr/>
        </p:nvSpPr>
        <p:spPr>
          <a:xfrm>
            <a:off x="0" y="5334635"/>
            <a:ext cx="12192635" cy="1523365"/>
          </a:xfrm>
          <a:custGeom>
            <a:avLst/>
            <a:gdLst>
              <a:gd name="connsiteX0" fmla="*/ 0 w 12192000"/>
              <a:gd name="connsiteY0" fmla="*/ 0 h 1512151"/>
              <a:gd name="connsiteX1" fmla="*/ 12192000 w 12192000"/>
              <a:gd name="connsiteY1" fmla="*/ 0 h 1512151"/>
              <a:gd name="connsiteX2" fmla="*/ 12192000 w 12192000"/>
              <a:gd name="connsiteY2" fmla="*/ 1512151 h 1512151"/>
              <a:gd name="connsiteX3" fmla="*/ 0 w 12192000"/>
              <a:gd name="connsiteY3" fmla="*/ 1512151 h 1512151"/>
              <a:gd name="connsiteX4" fmla="*/ 0 w 12192000"/>
              <a:gd name="connsiteY4" fmla="*/ 0 h 1512151"/>
              <a:gd name="connsiteX0-1" fmla="*/ 0 w 12192000"/>
              <a:gd name="connsiteY0-2" fmla="*/ 0 h 1512151"/>
              <a:gd name="connsiteX1-3" fmla="*/ 12192000 w 12192000"/>
              <a:gd name="connsiteY1-4" fmla="*/ 0 h 1512151"/>
              <a:gd name="connsiteX2-5" fmla="*/ 12192000 w 12192000"/>
              <a:gd name="connsiteY2-6" fmla="*/ 1512151 h 1512151"/>
              <a:gd name="connsiteX3-7" fmla="*/ 0 w 12192000"/>
              <a:gd name="connsiteY3-8" fmla="*/ 1512151 h 1512151"/>
              <a:gd name="connsiteX4-9" fmla="*/ 0 w 12192000"/>
              <a:gd name="connsiteY4-10" fmla="*/ 0 h 1512151"/>
              <a:gd name="connsiteX0-11" fmla="*/ 0 w 12192000"/>
              <a:gd name="connsiteY0-12" fmla="*/ 0 h 1512151"/>
              <a:gd name="connsiteX1-13" fmla="*/ 12192000 w 12192000"/>
              <a:gd name="connsiteY1-14" fmla="*/ 0 h 1512151"/>
              <a:gd name="connsiteX2-15" fmla="*/ 12192000 w 12192000"/>
              <a:gd name="connsiteY2-16" fmla="*/ 1512151 h 1512151"/>
              <a:gd name="connsiteX3-17" fmla="*/ 0 w 12192000"/>
              <a:gd name="connsiteY3-18" fmla="*/ 1512151 h 1512151"/>
              <a:gd name="connsiteX4-19" fmla="*/ 0 w 12192000"/>
              <a:gd name="connsiteY4-20" fmla="*/ 0 h 1512151"/>
              <a:gd name="connsiteX0-21" fmla="*/ 0 w 12192000"/>
              <a:gd name="connsiteY0-22" fmla="*/ 0 h 1512151"/>
              <a:gd name="connsiteX1-23" fmla="*/ 12192000 w 12192000"/>
              <a:gd name="connsiteY1-24" fmla="*/ 0 h 1512151"/>
              <a:gd name="connsiteX2-25" fmla="*/ 12192000 w 12192000"/>
              <a:gd name="connsiteY2-26" fmla="*/ 1512151 h 1512151"/>
              <a:gd name="connsiteX3-27" fmla="*/ 0 w 12192000"/>
              <a:gd name="connsiteY3-28" fmla="*/ 1512151 h 1512151"/>
              <a:gd name="connsiteX4-29" fmla="*/ 0 w 12192000"/>
              <a:gd name="connsiteY4-30" fmla="*/ 0 h 1512151"/>
              <a:gd name="connsiteX0-31" fmla="*/ 0 w 12192000"/>
              <a:gd name="connsiteY0-32" fmla="*/ 0 h 1512151"/>
              <a:gd name="connsiteX1-33" fmla="*/ 12192000 w 12192000"/>
              <a:gd name="connsiteY1-34" fmla="*/ 0 h 1512151"/>
              <a:gd name="connsiteX2-35" fmla="*/ 12192000 w 12192000"/>
              <a:gd name="connsiteY2-36" fmla="*/ 1512151 h 1512151"/>
              <a:gd name="connsiteX3-37" fmla="*/ 0 w 12192000"/>
              <a:gd name="connsiteY3-38" fmla="*/ 1512151 h 1512151"/>
              <a:gd name="connsiteX4-39" fmla="*/ 0 w 12192000"/>
              <a:gd name="connsiteY4-40" fmla="*/ 0 h 1512151"/>
              <a:gd name="connsiteX0-41" fmla="*/ 0 w 12192000"/>
              <a:gd name="connsiteY0-42" fmla="*/ 0 h 1512151"/>
              <a:gd name="connsiteX1-43" fmla="*/ 12192000 w 12192000"/>
              <a:gd name="connsiteY1-44" fmla="*/ 0 h 1512151"/>
              <a:gd name="connsiteX2-45" fmla="*/ 12192000 w 12192000"/>
              <a:gd name="connsiteY2-46" fmla="*/ 1512151 h 1512151"/>
              <a:gd name="connsiteX3-47" fmla="*/ 0 w 12192000"/>
              <a:gd name="connsiteY3-48" fmla="*/ 1512151 h 1512151"/>
              <a:gd name="connsiteX4-49" fmla="*/ 0 w 12192000"/>
              <a:gd name="connsiteY4-50" fmla="*/ 0 h 1512151"/>
            </a:gdLst>
            <a:ahLst/>
            <a:cxnLst/>
            <a:rect l="l" t="t" r="r" b="b"/>
            <a:pathLst>
              <a:path w="12192000" h="1512151">
                <a:moveTo>
                  <a:pt x="0" y="0"/>
                </a:moveTo>
                <a:cubicBezTo>
                  <a:pt x="4568093" y="844062"/>
                  <a:pt x="7999046" y="668216"/>
                  <a:pt x="12192000" y="0"/>
                </a:cubicBezTo>
                <a:lnTo>
                  <a:pt x="12192000" y="1512151"/>
                </a:lnTo>
                <a:lnTo>
                  <a:pt x="0" y="15121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0" dist="38100" dir="16200000" rotWithShape="0">
              <a:schemeClr val="accent3">
                <a:lumMod val="25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2" name="任意多边形: 形状 191"/>
          <p:cNvSpPr>
            <a:spLocks noGrp="1"/>
          </p:cNvSpPr>
          <p:nvPr/>
        </p:nvSpPr>
        <p:spPr>
          <a:xfrm flipH="1">
            <a:off x="8686224" y="1168833"/>
            <a:ext cx="1462682" cy="405756"/>
          </a:xfrm>
          <a:custGeom>
            <a:avLst/>
            <a:gdLst>
              <a:gd name="connsiteX0" fmla="*/ 5127096 w 5230266"/>
              <a:gd name="connsiteY0" fmla="*/ 1244565 h 1450905"/>
              <a:gd name="connsiteX1" fmla="*/ 5023926 w 5230266"/>
              <a:gd name="connsiteY1" fmla="*/ 1347735 h 1450905"/>
              <a:gd name="connsiteX2" fmla="*/ 5127096 w 5230266"/>
              <a:gd name="connsiteY2" fmla="*/ 1450905 h 1450905"/>
              <a:gd name="connsiteX3" fmla="*/ 5230266 w 5230266"/>
              <a:gd name="connsiteY3" fmla="*/ 1347735 h 1450905"/>
              <a:gd name="connsiteX4" fmla="*/ 5127096 w 5230266"/>
              <a:gd name="connsiteY4" fmla="*/ 1244565 h 1450905"/>
              <a:gd name="connsiteX5" fmla="*/ 4568882 w 5230266"/>
              <a:gd name="connsiteY5" fmla="*/ 1239378 h 1450905"/>
              <a:gd name="connsiteX6" fmla="*/ 4465712 w 5230266"/>
              <a:gd name="connsiteY6" fmla="*/ 1342548 h 1450905"/>
              <a:gd name="connsiteX7" fmla="*/ 4568882 w 5230266"/>
              <a:gd name="connsiteY7" fmla="*/ 1445718 h 1450905"/>
              <a:gd name="connsiteX8" fmla="*/ 4672052 w 5230266"/>
              <a:gd name="connsiteY8" fmla="*/ 1342548 h 1450905"/>
              <a:gd name="connsiteX9" fmla="*/ 4568882 w 5230266"/>
              <a:gd name="connsiteY9" fmla="*/ 1239378 h 1450905"/>
              <a:gd name="connsiteX10" fmla="*/ 4010668 w 5230266"/>
              <a:gd name="connsiteY10" fmla="*/ 1234191 h 1450905"/>
              <a:gd name="connsiteX11" fmla="*/ 3907498 w 5230266"/>
              <a:gd name="connsiteY11" fmla="*/ 1337361 h 1450905"/>
              <a:gd name="connsiteX12" fmla="*/ 4010668 w 5230266"/>
              <a:gd name="connsiteY12" fmla="*/ 1440531 h 1450905"/>
              <a:gd name="connsiteX13" fmla="*/ 4113838 w 5230266"/>
              <a:gd name="connsiteY13" fmla="*/ 1337361 h 1450905"/>
              <a:gd name="connsiteX14" fmla="*/ 4010668 w 5230266"/>
              <a:gd name="connsiteY14" fmla="*/ 1234191 h 1450905"/>
              <a:gd name="connsiteX15" fmla="*/ 3452454 w 5230266"/>
              <a:gd name="connsiteY15" fmla="*/ 1229004 h 1450905"/>
              <a:gd name="connsiteX16" fmla="*/ 3349284 w 5230266"/>
              <a:gd name="connsiteY16" fmla="*/ 1332174 h 1450905"/>
              <a:gd name="connsiteX17" fmla="*/ 3452454 w 5230266"/>
              <a:gd name="connsiteY17" fmla="*/ 1435344 h 1450905"/>
              <a:gd name="connsiteX18" fmla="*/ 3555624 w 5230266"/>
              <a:gd name="connsiteY18" fmla="*/ 1332174 h 1450905"/>
              <a:gd name="connsiteX19" fmla="*/ 3452454 w 5230266"/>
              <a:gd name="connsiteY19" fmla="*/ 1229004 h 1450905"/>
              <a:gd name="connsiteX20" fmla="*/ 2894240 w 5230266"/>
              <a:gd name="connsiteY20" fmla="*/ 1223817 h 1450905"/>
              <a:gd name="connsiteX21" fmla="*/ 2791070 w 5230266"/>
              <a:gd name="connsiteY21" fmla="*/ 1326987 h 1450905"/>
              <a:gd name="connsiteX22" fmla="*/ 2894240 w 5230266"/>
              <a:gd name="connsiteY22" fmla="*/ 1430157 h 1450905"/>
              <a:gd name="connsiteX23" fmla="*/ 2997410 w 5230266"/>
              <a:gd name="connsiteY23" fmla="*/ 1326987 h 1450905"/>
              <a:gd name="connsiteX24" fmla="*/ 2894240 w 5230266"/>
              <a:gd name="connsiteY24" fmla="*/ 1223817 h 1450905"/>
              <a:gd name="connsiteX25" fmla="*/ 2336026 w 5230266"/>
              <a:gd name="connsiteY25" fmla="*/ 1218630 h 1450905"/>
              <a:gd name="connsiteX26" fmla="*/ 2232856 w 5230266"/>
              <a:gd name="connsiteY26" fmla="*/ 1321800 h 1450905"/>
              <a:gd name="connsiteX27" fmla="*/ 2336026 w 5230266"/>
              <a:gd name="connsiteY27" fmla="*/ 1424970 h 1450905"/>
              <a:gd name="connsiteX28" fmla="*/ 2439196 w 5230266"/>
              <a:gd name="connsiteY28" fmla="*/ 1321800 h 1450905"/>
              <a:gd name="connsiteX29" fmla="*/ 2336026 w 5230266"/>
              <a:gd name="connsiteY29" fmla="*/ 1218630 h 1450905"/>
              <a:gd name="connsiteX30" fmla="*/ 1777812 w 5230266"/>
              <a:gd name="connsiteY30" fmla="*/ 1213443 h 1450905"/>
              <a:gd name="connsiteX31" fmla="*/ 1674642 w 5230266"/>
              <a:gd name="connsiteY31" fmla="*/ 1316613 h 1450905"/>
              <a:gd name="connsiteX32" fmla="*/ 1777812 w 5230266"/>
              <a:gd name="connsiteY32" fmla="*/ 1419783 h 1450905"/>
              <a:gd name="connsiteX33" fmla="*/ 1880982 w 5230266"/>
              <a:gd name="connsiteY33" fmla="*/ 1316613 h 1450905"/>
              <a:gd name="connsiteX34" fmla="*/ 1777812 w 5230266"/>
              <a:gd name="connsiteY34" fmla="*/ 1213443 h 1450905"/>
              <a:gd name="connsiteX35" fmla="*/ 1219598 w 5230266"/>
              <a:gd name="connsiteY35" fmla="*/ 1208256 h 1450905"/>
              <a:gd name="connsiteX36" fmla="*/ 1116428 w 5230266"/>
              <a:gd name="connsiteY36" fmla="*/ 1311426 h 1450905"/>
              <a:gd name="connsiteX37" fmla="*/ 1219598 w 5230266"/>
              <a:gd name="connsiteY37" fmla="*/ 1414596 h 1450905"/>
              <a:gd name="connsiteX38" fmla="*/ 1322768 w 5230266"/>
              <a:gd name="connsiteY38" fmla="*/ 1311426 h 1450905"/>
              <a:gd name="connsiteX39" fmla="*/ 1219598 w 5230266"/>
              <a:gd name="connsiteY39" fmla="*/ 1208256 h 1450905"/>
              <a:gd name="connsiteX40" fmla="*/ 661384 w 5230266"/>
              <a:gd name="connsiteY40" fmla="*/ 1203069 h 1450905"/>
              <a:gd name="connsiteX41" fmla="*/ 558214 w 5230266"/>
              <a:gd name="connsiteY41" fmla="*/ 1306239 h 1450905"/>
              <a:gd name="connsiteX42" fmla="*/ 661384 w 5230266"/>
              <a:gd name="connsiteY42" fmla="*/ 1409409 h 1450905"/>
              <a:gd name="connsiteX43" fmla="*/ 764554 w 5230266"/>
              <a:gd name="connsiteY43" fmla="*/ 1306239 h 1450905"/>
              <a:gd name="connsiteX44" fmla="*/ 661384 w 5230266"/>
              <a:gd name="connsiteY44" fmla="*/ 1203069 h 1450905"/>
              <a:gd name="connsiteX45" fmla="*/ 103170 w 5230266"/>
              <a:gd name="connsiteY45" fmla="*/ 1197882 h 1450905"/>
              <a:gd name="connsiteX46" fmla="*/ 0 w 5230266"/>
              <a:gd name="connsiteY46" fmla="*/ 1301052 h 1450905"/>
              <a:gd name="connsiteX47" fmla="*/ 103170 w 5230266"/>
              <a:gd name="connsiteY47" fmla="*/ 1404222 h 1450905"/>
              <a:gd name="connsiteX48" fmla="*/ 206340 w 5230266"/>
              <a:gd name="connsiteY48" fmla="*/ 1301052 h 1450905"/>
              <a:gd name="connsiteX49" fmla="*/ 103170 w 5230266"/>
              <a:gd name="connsiteY49" fmla="*/ 1197882 h 1450905"/>
              <a:gd name="connsiteX50" fmla="*/ 5127096 w 5230266"/>
              <a:gd name="connsiteY50" fmla="*/ 845271 h 1450905"/>
              <a:gd name="connsiteX51" fmla="*/ 5023926 w 5230266"/>
              <a:gd name="connsiteY51" fmla="*/ 948441 h 1450905"/>
              <a:gd name="connsiteX52" fmla="*/ 5127096 w 5230266"/>
              <a:gd name="connsiteY52" fmla="*/ 1051611 h 1450905"/>
              <a:gd name="connsiteX53" fmla="*/ 5230266 w 5230266"/>
              <a:gd name="connsiteY53" fmla="*/ 948441 h 1450905"/>
              <a:gd name="connsiteX54" fmla="*/ 5127096 w 5230266"/>
              <a:gd name="connsiteY54" fmla="*/ 845271 h 1450905"/>
              <a:gd name="connsiteX55" fmla="*/ 4568882 w 5230266"/>
              <a:gd name="connsiteY55" fmla="*/ 840084 h 1450905"/>
              <a:gd name="connsiteX56" fmla="*/ 4465712 w 5230266"/>
              <a:gd name="connsiteY56" fmla="*/ 943254 h 1450905"/>
              <a:gd name="connsiteX57" fmla="*/ 4568882 w 5230266"/>
              <a:gd name="connsiteY57" fmla="*/ 1046424 h 1450905"/>
              <a:gd name="connsiteX58" fmla="*/ 4672052 w 5230266"/>
              <a:gd name="connsiteY58" fmla="*/ 943254 h 1450905"/>
              <a:gd name="connsiteX59" fmla="*/ 4568882 w 5230266"/>
              <a:gd name="connsiteY59" fmla="*/ 840084 h 1450905"/>
              <a:gd name="connsiteX60" fmla="*/ 4010668 w 5230266"/>
              <a:gd name="connsiteY60" fmla="*/ 834897 h 1450905"/>
              <a:gd name="connsiteX61" fmla="*/ 3907498 w 5230266"/>
              <a:gd name="connsiteY61" fmla="*/ 938067 h 1450905"/>
              <a:gd name="connsiteX62" fmla="*/ 4010668 w 5230266"/>
              <a:gd name="connsiteY62" fmla="*/ 1041237 h 1450905"/>
              <a:gd name="connsiteX63" fmla="*/ 4113838 w 5230266"/>
              <a:gd name="connsiteY63" fmla="*/ 938067 h 1450905"/>
              <a:gd name="connsiteX64" fmla="*/ 4010668 w 5230266"/>
              <a:gd name="connsiteY64" fmla="*/ 834897 h 1450905"/>
              <a:gd name="connsiteX65" fmla="*/ 3452454 w 5230266"/>
              <a:gd name="connsiteY65" fmla="*/ 829710 h 1450905"/>
              <a:gd name="connsiteX66" fmla="*/ 3349284 w 5230266"/>
              <a:gd name="connsiteY66" fmla="*/ 932880 h 1450905"/>
              <a:gd name="connsiteX67" fmla="*/ 3452454 w 5230266"/>
              <a:gd name="connsiteY67" fmla="*/ 1036050 h 1450905"/>
              <a:gd name="connsiteX68" fmla="*/ 3555624 w 5230266"/>
              <a:gd name="connsiteY68" fmla="*/ 932880 h 1450905"/>
              <a:gd name="connsiteX69" fmla="*/ 3452454 w 5230266"/>
              <a:gd name="connsiteY69" fmla="*/ 829710 h 1450905"/>
              <a:gd name="connsiteX70" fmla="*/ 2894240 w 5230266"/>
              <a:gd name="connsiteY70" fmla="*/ 824523 h 1450905"/>
              <a:gd name="connsiteX71" fmla="*/ 2791070 w 5230266"/>
              <a:gd name="connsiteY71" fmla="*/ 927693 h 1450905"/>
              <a:gd name="connsiteX72" fmla="*/ 2894240 w 5230266"/>
              <a:gd name="connsiteY72" fmla="*/ 1030863 h 1450905"/>
              <a:gd name="connsiteX73" fmla="*/ 2997410 w 5230266"/>
              <a:gd name="connsiteY73" fmla="*/ 927693 h 1450905"/>
              <a:gd name="connsiteX74" fmla="*/ 2894240 w 5230266"/>
              <a:gd name="connsiteY74" fmla="*/ 824523 h 1450905"/>
              <a:gd name="connsiteX75" fmla="*/ 2336026 w 5230266"/>
              <a:gd name="connsiteY75" fmla="*/ 819336 h 1450905"/>
              <a:gd name="connsiteX76" fmla="*/ 2232856 w 5230266"/>
              <a:gd name="connsiteY76" fmla="*/ 922506 h 1450905"/>
              <a:gd name="connsiteX77" fmla="*/ 2336026 w 5230266"/>
              <a:gd name="connsiteY77" fmla="*/ 1025676 h 1450905"/>
              <a:gd name="connsiteX78" fmla="*/ 2439196 w 5230266"/>
              <a:gd name="connsiteY78" fmla="*/ 922506 h 1450905"/>
              <a:gd name="connsiteX79" fmla="*/ 2336026 w 5230266"/>
              <a:gd name="connsiteY79" fmla="*/ 819336 h 1450905"/>
              <a:gd name="connsiteX80" fmla="*/ 1777812 w 5230266"/>
              <a:gd name="connsiteY80" fmla="*/ 814149 h 1450905"/>
              <a:gd name="connsiteX81" fmla="*/ 1674642 w 5230266"/>
              <a:gd name="connsiteY81" fmla="*/ 917319 h 1450905"/>
              <a:gd name="connsiteX82" fmla="*/ 1777812 w 5230266"/>
              <a:gd name="connsiteY82" fmla="*/ 1020489 h 1450905"/>
              <a:gd name="connsiteX83" fmla="*/ 1880982 w 5230266"/>
              <a:gd name="connsiteY83" fmla="*/ 917319 h 1450905"/>
              <a:gd name="connsiteX84" fmla="*/ 1777812 w 5230266"/>
              <a:gd name="connsiteY84" fmla="*/ 814149 h 1450905"/>
              <a:gd name="connsiteX85" fmla="*/ 1219598 w 5230266"/>
              <a:gd name="connsiteY85" fmla="*/ 808962 h 1450905"/>
              <a:gd name="connsiteX86" fmla="*/ 1116428 w 5230266"/>
              <a:gd name="connsiteY86" fmla="*/ 912132 h 1450905"/>
              <a:gd name="connsiteX87" fmla="*/ 1219598 w 5230266"/>
              <a:gd name="connsiteY87" fmla="*/ 1015302 h 1450905"/>
              <a:gd name="connsiteX88" fmla="*/ 1322768 w 5230266"/>
              <a:gd name="connsiteY88" fmla="*/ 912132 h 1450905"/>
              <a:gd name="connsiteX89" fmla="*/ 1219598 w 5230266"/>
              <a:gd name="connsiteY89" fmla="*/ 808962 h 1450905"/>
              <a:gd name="connsiteX90" fmla="*/ 661384 w 5230266"/>
              <a:gd name="connsiteY90" fmla="*/ 803775 h 1450905"/>
              <a:gd name="connsiteX91" fmla="*/ 558214 w 5230266"/>
              <a:gd name="connsiteY91" fmla="*/ 906945 h 1450905"/>
              <a:gd name="connsiteX92" fmla="*/ 661384 w 5230266"/>
              <a:gd name="connsiteY92" fmla="*/ 1010115 h 1450905"/>
              <a:gd name="connsiteX93" fmla="*/ 764554 w 5230266"/>
              <a:gd name="connsiteY93" fmla="*/ 906945 h 1450905"/>
              <a:gd name="connsiteX94" fmla="*/ 661384 w 5230266"/>
              <a:gd name="connsiteY94" fmla="*/ 803775 h 1450905"/>
              <a:gd name="connsiteX95" fmla="*/ 103170 w 5230266"/>
              <a:gd name="connsiteY95" fmla="*/ 798588 h 1450905"/>
              <a:gd name="connsiteX96" fmla="*/ 0 w 5230266"/>
              <a:gd name="connsiteY96" fmla="*/ 901758 h 1450905"/>
              <a:gd name="connsiteX97" fmla="*/ 103170 w 5230266"/>
              <a:gd name="connsiteY97" fmla="*/ 1004928 h 1450905"/>
              <a:gd name="connsiteX98" fmla="*/ 206340 w 5230266"/>
              <a:gd name="connsiteY98" fmla="*/ 901758 h 1450905"/>
              <a:gd name="connsiteX99" fmla="*/ 103170 w 5230266"/>
              <a:gd name="connsiteY99" fmla="*/ 798588 h 1450905"/>
              <a:gd name="connsiteX100" fmla="*/ 5127096 w 5230266"/>
              <a:gd name="connsiteY100" fmla="*/ 445977 h 1450905"/>
              <a:gd name="connsiteX101" fmla="*/ 5023926 w 5230266"/>
              <a:gd name="connsiteY101" fmla="*/ 549147 h 1450905"/>
              <a:gd name="connsiteX102" fmla="*/ 5127096 w 5230266"/>
              <a:gd name="connsiteY102" fmla="*/ 652317 h 1450905"/>
              <a:gd name="connsiteX103" fmla="*/ 5230266 w 5230266"/>
              <a:gd name="connsiteY103" fmla="*/ 549147 h 1450905"/>
              <a:gd name="connsiteX104" fmla="*/ 5127096 w 5230266"/>
              <a:gd name="connsiteY104" fmla="*/ 445977 h 1450905"/>
              <a:gd name="connsiteX105" fmla="*/ 4568882 w 5230266"/>
              <a:gd name="connsiteY105" fmla="*/ 440790 h 1450905"/>
              <a:gd name="connsiteX106" fmla="*/ 4465712 w 5230266"/>
              <a:gd name="connsiteY106" fmla="*/ 543960 h 1450905"/>
              <a:gd name="connsiteX107" fmla="*/ 4568882 w 5230266"/>
              <a:gd name="connsiteY107" fmla="*/ 647130 h 1450905"/>
              <a:gd name="connsiteX108" fmla="*/ 4672052 w 5230266"/>
              <a:gd name="connsiteY108" fmla="*/ 543960 h 1450905"/>
              <a:gd name="connsiteX109" fmla="*/ 4568882 w 5230266"/>
              <a:gd name="connsiteY109" fmla="*/ 440790 h 1450905"/>
              <a:gd name="connsiteX110" fmla="*/ 4010668 w 5230266"/>
              <a:gd name="connsiteY110" fmla="*/ 435603 h 1450905"/>
              <a:gd name="connsiteX111" fmla="*/ 3907498 w 5230266"/>
              <a:gd name="connsiteY111" fmla="*/ 538773 h 1450905"/>
              <a:gd name="connsiteX112" fmla="*/ 4010668 w 5230266"/>
              <a:gd name="connsiteY112" fmla="*/ 641943 h 1450905"/>
              <a:gd name="connsiteX113" fmla="*/ 4113838 w 5230266"/>
              <a:gd name="connsiteY113" fmla="*/ 538773 h 1450905"/>
              <a:gd name="connsiteX114" fmla="*/ 4010668 w 5230266"/>
              <a:gd name="connsiteY114" fmla="*/ 435603 h 1450905"/>
              <a:gd name="connsiteX115" fmla="*/ 3452454 w 5230266"/>
              <a:gd name="connsiteY115" fmla="*/ 430416 h 1450905"/>
              <a:gd name="connsiteX116" fmla="*/ 3349284 w 5230266"/>
              <a:gd name="connsiteY116" fmla="*/ 533586 h 1450905"/>
              <a:gd name="connsiteX117" fmla="*/ 3452454 w 5230266"/>
              <a:gd name="connsiteY117" fmla="*/ 636756 h 1450905"/>
              <a:gd name="connsiteX118" fmla="*/ 3555624 w 5230266"/>
              <a:gd name="connsiteY118" fmla="*/ 533586 h 1450905"/>
              <a:gd name="connsiteX119" fmla="*/ 3452454 w 5230266"/>
              <a:gd name="connsiteY119" fmla="*/ 430416 h 1450905"/>
              <a:gd name="connsiteX120" fmla="*/ 2894240 w 5230266"/>
              <a:gd name="connsiteY120" fmla="*/ 425229 h 1450905"/>
              <a:gd name="connsiteX121" fmla="*/ 2791070 w 5230266"/>
              <a:gd name="connsiteY121" fmla="*/ 528399 h 1450905"/>
              <a:gd name="connsiteX122" fmla="*/ 2894240 w 5230266"/>
              <a:gd name="connsiteY122" fmla="*/ 631569 h 1450905"/>
              <a:gd name="connsiteX123" fmla="*/ 2997410 w 5230266"/>
              <a:gd name="connsiteY123" fmla="*/ 528399 h 1450905"/>
              <a:gd name="connsiteX124" fmla="*/ 2894240 w 5230266"/>
              <a:gd name="connsiteY124" fmla="*/ 425229 h 1450905"/>
              <a:gd name="connsiteX125" fmla="*/ 2336026 w 5230266"/>
              <a:gd name="connsiteY125" fmla="*/ 420042 h 1450905"/>
              <a:gd name="connsiteX126" fmla="*/ 2232856 w 5230266"/>
              <a:gd name="connsiteY126" fmla="*/ 523212 h 1450905"/>
              <a:gd name="connsiteX127" fmla="*/ 2336026 w 5230266"/>
              <a:gd name="connsiteY127" fmla="*/ 626382 h 1450905"/>
              <a:gd name="connsiteX128" fmla="*/ 2439196 w 5230266"/>
              <a:gd name="connsiteY128" fmla="*/ 523212 h 1450905"/>
              <a:gd name="connsiteX129" fmla="*/ 2336026 w 5230266"/>
              <a:gd name="connsiteY129" fmla="*/ 420042 h 1450905"/>
              <a:gd name="connsiteX130" fmla="*/ 1777812 w 5230266"/>
              <a:gd name="connsiteY130" fmla="*/ 414855 h 1450905"/>
              <a:gd name="connsiteX131" fmla="*/ 1674642 w 5230266"/>
              <a:gd name="connsiteY131" fmla="*/ 518025 h 1450905"/>
              <a:gd name="connsiteX132" fmla="*/ 1777812 w 5230266"/>
              <a:gd name="connsiteY132" fmla="*/ 621195 h 1450905"/>
              <a:gd name="connsiteX133" fmla="*/ 1880982 w 5230266"/>
              <a:gd name="connsiteY133" fmla="*/ 518025 h 1450905"/>
              <a:gd name="connsiteX134" fmla="*/ 1777812 w 5230266"/>
              <a:gd name="connsiteY134" fmla="*/ 414855 h 1450905"/>
              <a:gd name="connsiteX135" fmla="*/ 1219598 w 5230266"/>
              <a:gd name="connsiteY135" fmla="*/ 409668 h 1450905"/>
              <a:gd name="connsiteX136" fmla="*/ 1116428 w 5230266"/>
              <a:gd name="connsiteY136" fmla="*/ 512838 h 1450905"/>
              <a:gd name="connsiteX137" fmla="*/ 1219598 w 5230266"/>
              <a:gd name="connsiteY137" fmla="*/ 616008 h 1450905"/>
              <a:gd name="connsiteX138" fmla="*/ 1322768 w 5230266"/>
              <a:gd name="connsiteY138" fmla="*/ 512838 h 1450905"/>
              <a:gd name="connsiteX139" fmla="*/ 1219598 w 5230266"/>
              <a:gd name="connsiteY139" fmla="*/ 409668 h 1450905"/>
              <a:gd name="connsiteX140" fmla="*/ 661384 w 5230266"/>
              <a:gd name="connsiteY140" fmla="*/ 404481 h 1450905"/>
              <a:gd name="connsiteX141" fmla="*/ 558214 w 5230266"/>
              <a:gd name="connsiteY141" fmla="*/ 507651 h 1450905"/>
              <a:gd name="connsiteX142" fmla="*/ 661384 w 5230266"/>
              <a:gd name="connsiteY142" fmla="*/ 610821 h 1450905"/>
              <a:gd name="connsiteX143" fmla="*/ 764554 w 5230266"/>
              <a:gd name="connsiteY143" fmla="*/ 507651 h 1450905"/>
              <a:gd name="connsiteX144" fmla="*/ 661384 w 5230266"/>
              <a:gd name="connsiteY144" fmla="*/ 404481 h 1450905"/>
              <a:gd name="connsiteX145" fmla="*/ 103170 w 5230266"/>
              <a:gd name="connsiteY145" fmla="*/ 399294 h 1450905"/>
              <a:gd name="connsiteX146" fmla="*/ 0 w 5230266"/>
              <a:gd name="connsiteY146" fmla="*/ 502464 h 1450905"/>
              <a:gd name="connsiteX147" fmla="*/ 103170 w 5230266"/>
              <a:gd name="connsiteY147" fmla="*/ 605634 h 1450905"/>
              <a:gd name="connsiteX148" fmla="*/ 206340 w 5230266"/>
              <a:gd name="connsiteY148" fmla="*/ 502464 h 1450905"/>
              <a:gd name="connsiteX149" fmla="*/ 103170 w 5230266"/>
              <a:gd name="connsiteY149" fmla="*/ 399294 h 1450905"/>
              <a:gd name="connsiteX150" fmla="*/ 5127096 w 5230266"/>
              <a:gd name="connsiteY150" fmla="*/ 46683 h 1450905"/>
              <a:gd name="connsiteX151" fmla="*/ 5023926 w 5230266"/>
              <a:gd name="connsiteY151" fmla="*/ 149853 h 1450905"/>
              <a:gd name="connsiteX152" fmla="*/ 5127096 w 5230266"/>
              <a:gd name="connsiteY152" fmla="*/ 253023 h 1450905"/>
              <a:gd name="connsiteX153" fmla="*/ 5230266 w 5230266"/>
              <a:gd name="connsiteY153" fmla="*/ 149853 h 1450905"/>
              <a:gd name="connsiteX154" fmla="*/ 5127096 w 5230266"/>
              <a:gd name="connsiteY154" fmla="*/ 46683 h 1450905"/>
              <a:gd name="connsiteX155" fmla="*/ 4568882 w 5230266"/>
              <a:gd name="connsiteY155" fmla="*/ 41496 h 1450905"/>
              <a:gd name="connsiteX156" fmla="*/ 4465712 w 5230266"/>
              <a:gd name="connsiteY156" fmla="*/ 144666 h 1450905"/>
              <a:gd name="connsiteX157" fmla="*/ 4568882 w 5230266"/>
              <a:gd name="connsiteY157" fmla="*/ 247836 h 1450905"/>
              <a:gd name="connsiteX158" fmla="*/ 4672052 w 5230266"/>
              <a:gd name="connsiteY158" fmla="*/ 144666 h 1450905"/>
              <a:gd name="connsiteX159" fmla="*/ 4568882 w 5230266"/>
              <a:gd name="connsiteY159" fmla="*/ 41496 h 1450905"/>
              <a:gd name="connsiteX160" fmla="*/ 4010668 w 5230266"/>
              <a:gd name="connsiteY160" fmla="*/ 36309 h 1450905"/>
              <a:gd name="connsiteX161" fmla="*/ 3907498 w 5230266"/>
              <a:gd name="connsiteY161" fmla="*/ 139479 h 1450905"/>
              <a:gd name="connsiteX162" fmla="*/ 4010668 w 5230266"/>
              <a:gd name="connsiteY162" fmla="*/ 242649 h 1450905"/>
              <a:gd name="connsiteX163" fmla="*/ 4113838 w 5230266"/>
              <a:gd name="connsiteY163" fmla="*/ 139479 h 1450905"/>
              <a:gd name="connsiteX164" fmla="*/ 4010668 w 5230266"/>
              <a:gd name="connsiteY164" fmla="*/ 36309 h 1450905"/>
              <a:gd name="connsiteX165" fmla="*/ 3452454 w 5230266"/>
              <a:gd name="connsiteY165" fmla="*/ 31122 h 1450905"/>
              <a:gd name="connsiteX166" fmla="*/ 3349284 w 5230266"/>
              <a:gd name="connsiteY166" fmla="*/ 134292 h 1450905"/>
              <a:gd name="connsiteX167" fmla="*/ 3452454 w 5230266"/>
              <a:gd name="connsiteY167" fmla="*/ 237462 h 1450905"/>
              <a:gd name="connsiteX168" fmla="*/ 3555624 w 5230266"/>
              <a:gd name="connsiteY168" fmla="*/ 134292 h 1450905"/>
              <a:gd name="connsiteX169" fmla="*/ 3452454 w 5230266"/>
              <a:gd name="connsiteY169" fmla="*/ 31122 h 1450905"/>
              <a:gd name="connsiteX170" fmla="*/ 2894240 w 5230266"/>
              <a:gd name="connsiteY170" fmla="*/ 25935 h 1450905"/>
              <a:gd name="connsiteX171" fmla="*/ 2791070 w 5230266"/>
              <a:gd name="connsiteY171" fmla="*/ 129105 h 1450905"/>
              <a:gd name="connsiteX172" fmla="*/ 2894240 w 5230266"/>
              <a:gd name="connsiteY172" fmla="*/ 232275 h 1450905"/>
              <a:gd name="connsiteX173" fmla="*/ 2997410 w 5230266"/>
              <a:gd name="connsiteY173" fmla="*/ 129105 h 1450905"/>
              <a:gd name="connsiteX174" fmla="*/ 2894240 w 5230266"/>
              <a:gd name="connsiteY174" fmla="*/ 25935 h 1450905"/>
              <a:gd name="connsiteX175" fmla="*/ 2336026 w 5230266"/>
              <a:gd name="connsiteY175" fmla="*/ 20748 h 1450905"/>
              <a:gd name="connsiteX176" fmla="*/ 2232856 w 5230266"/>
              <a:gd name="connsiteY176" fmla="*/ 123918 h 1450905"/>
              <a:gd name="connsiteX177" fmla="*/ 2336026 w 5230266"/>
              <a:gd name="connsiteY177" fmla="*/ 227088 h 1450905"/>
              <a:gd name="connsiteX178" fmla="*/ 2439196 w 5230266"/>
              <a:gd name="connsiteY178" fmla="*/ 123918 h 1450905"/>
              <a:gd name="connsiteX179" fmla="*/ 2336026 w 5230266"/>
              <a:gd name="connsiteY179" fmla="*/ 20748 h 1450905"/>
              <a:gd name="connsiteX180" fmla="*/ 1777812 w 5230266"/>
              <a:gd name="connsiteY180" fmla="*/ 15561 h 1450905"/>
              <a:gd name="connsiteX181" fmla="*/ 1674642 w 5230266"/>
              <a:gd name="connsiteY181" fmla="*/ 118731 h 1450905"/>
              <a:gd name="connsiteX182" fmla="*/ 1777812 w 5230266"/>
              <a:gd name="connsiteY182" fmla="*/ 221901 h 1450905"/>
              <a:gd name="connsiteX183" fmla="*/ 1880982 w 5230266"/>
              <a:gd name="connsiteY183" fmla="*/ 118731 h 1450905"/>
              <a:gd name="connsiteX184" fmla="*/ 1777812 w 5230266"/>
              <a:gd name="connsiteY184" fmla="*/ 15561 h 1450905"/>
              <a:gd name="connsiteX185" fmla="*/ 1219598 w 5230266"/>
              <a:gd name="connsiteY185" fmla="*/ 10374 h 1450905"/>
              <a:gd name="connsiteX186" fmla="*/ 1116428 w 5230266"/>
              <a:gd name="connsiteY186" fmla="*/ 113544 h 1450905"/>
              <a:gd name="connsiteX187" fmla="*/ 1219598 w 5230266"/>
              <a:gd name="connsiteY187" fmla="*/ 216714 h 1450905"/>
              <a:gd name="connsiteX188" fmla="*/ 1322768 w 5230266"/>
              <a:gd name="connsiteY188" fmla="*/ 113544 h 1450905"/>
              <a:gd name="connsiteX189" fmla="*/ 1219598 w 5230266"/>
              <a:gd name="connsiteY189" fmla="*/ 10374 h 1450905"/>
              <a:gd name="connsiteX190" fmla="*/ 661384 w 5230266"/>
              <a:gd name="connsiteY190" fmla="*/ 5187 h 1450905"/>
              <a:gd name="connsiteX191" fmla="*/ 558214 w 5230266"/>
              <a:gd name="connsiteY191" fmla="*/ 108357 h 1450905"/>
              <a:gd name="connsiteX192" fmla="*/ 661384 w 5230266"/>
              <a:gd name="connsiteY192" fmla="*/ 211527 h 1450905"/>
              <a:gd name="connsiteX193" fmla="*/ 764554 w 5230266"/>
              <a:gd name="connsiteY193" fmla="*/ 108357 h 1450905"/>
              <a:gd name="connsiteX194" fmla="*/ 661384 w 5230266"/>
              <a:gd name="connsiteY194" fmla="*/ 5187 h 1450905"/>
              <a:gd name="connsiteX195" fmla="*/ 103170 w 5230266"/>
              <a:gd name="connsiteY195" fmla="*/ 0 h 1450905"/>
              <a:gd name="connsiteX196" fmla="*/ 0 w 5230266"/>
              <a:gd name="connsiteY196" fmla="*/ 103170 h 1450905"/>
              <a:gd name="connsiteX197" fmla="*/ 103170 w 5230266"/>
              <a:gd name="connsiteY197" fmla="*/ 206340 h 1450905"/>
              <a:gd name="connsiteX198" fmla="*/ 206340 w 5230266"/>
              <a:gd name="connsiteY198" fmla="*/ 103170 h 1450905"/>
              <a:gd name="connsiteX199" fmla="*/ 103170 w 5230266"/>
              <a:gd name="connsiteY199" fmla="*/ 0 h 1450905"/>
            </a:gdLst>
            <a:ahLst/>
            <a:cxnLst/>
            <a:rect l="l" t="t" r="r" b="b"/>
            <a:pathLst>
              <a:path w="5230266" h="1450905">
                <a:moveTo>
                  <a:pt x="5127096" y="1244565"/>
                </a:moveTo>
                <a:cubicBezTo>
                  <a:pt x="5070117" y="1244565"/>
                  <a:pt x="5023926" y="1290756"/>
                  <a:pt x="5023926" y="1347735"/>
                </a:cubicBezTo>
                <a:cubicBezTo>
                  <a:pt x="5023926" y="1404714"/>
                  <a:pt x="5070117" y="1450905"/>
                  <a:pt x="5127096" y="1450905"/>
                </a:cubicBezTo>
                <a:cubicBezTo>
                  <a:pt x="5184075" y="1450905"/>
                  <a:pt x="5230266" y="1404714"/>
                  <a:pt x="5230266" y="1347735"/>
                </a:cubicBezTo>
                <a:cubicBezTo>
                  <a:pt x="5230266" y="1290756"/>
                  <a:pt x="5184075" y="1244565"/>
                  <a:pt x="5127096" y="1244565"/>
                </a:cubicBezTo>
                <a:close/>
                <a:moveTo>
                  <a:pt x="4568882" y="1239378"/>
                </a:moveTo>
                <a:cubicBezTo>
                  <a:pt x="4511903" y="1239378"/>
                  <a:pt x="4465712" y="1285569"/>
                  <a:pt x="4465712" y="1342548"/>
                </a:cubicBezTo>
                <a:cubicBezTo>
                  <a:pt x="4465712" y="1399527"/>
                  <a:pt x="4511903" y="1445718"/>
                  <a:pt x="4568882" y="1445718"/>
                </a:cubicBezTo>
                <a:cubicBezTo>
                  <a:pt x="4625861" y="1445718"/>
                  <a:pt x="4672052" y="1399527"/>
                  <a:pt x="4672052" y="1342548"/>
                </a:cubicBezTo>
                <a:cubicBezTo>
                  <a:pt x="4672052" y="1285569"/>
                  <a:pt x="4625861" y="1239378"/>
                  <a:pt x="4568882" y="1239378"/>
                </a:cubicBezTo>
                <a:close/>
                <a:moveTo>
                  <a:pt x="4010668" y="1234191"/>
                </a:moveTo>
                <a:cubicBezTo>
                  <a:pt x="3953689" y="1234191"/>
                  <a:pt x="3907498" y="1280382"/>
                  <a:pt x="3907498" y="1337361"/>
                </a:cubicBezTo>
                <a:cubicBezTo>
                  <a:pt x="3907498" y="1394340"/>
                  <a:pt x="3953689" y="1440531"/>
                  <a:pt x="4010668" y="1440531"/>
                </a:cubicBezTo>
                <a:cubicBezTo>
                  <a:pt x="4067647" y="1440531"/>
                  <a:pt x="4113838" y="1394340"/>
                  <a:pt x="4113838" y="1337361"/>
                </a:cubicBezTo>
                <a:cubicBezTo>
                  <a:pt x="4113838" y="1280382"/>
                  <a:pt x="4067647" y="1234191"/>
                  <a:pt x="4010668" y="1234191"/>
                </a:cubicBezTo>
                <a:close/>
                <a:moveTo>
                  <a:pt x="3452454" y="1229004"/>
                </a:moveTo>
                <a:cubicBezTo>
                  <a:pt x="3395475" y="1229004"/>
                  <a:pt x="3349284" y="1275195"/>
                  <a:pt x="3349284" y="1332174"/>
                </a:cubicBezTo>
                <a:cubicBezTo>
                  <a:pt x="3349284" y="1389153"/>
                  <a:pt x="3395475" y="1435344"/>
                  <a:pt x="3452454" y="1435344"/>
                </a:cubicBezTo>
                <a:cubicBezTo>
                  <a:pt x="3509433" y="1435344"/>
                  <a:pt x="3555624" y="1389153"/>
                  <a:pt x="3555624" y="1332174"/>
                </a:cubicBezTo>
                <a:cubicBezTo>
                  <a:pt x="3555624" y="1275195"/>
                  <a:pt x="3509433" y="1229004"/>
                  <a:pt x="3452454" y="1229004"/>
                </a:cubicBezTo>
                <a:close/>
                <a:moveTo>
                  <a:pt x="2894240" y="1223817"/>
                </a:moveTo>
                <a:cubicBezTo>
                  <a:pt x="2837261" y="1223817"/>
                  <a:pt x="2791070" y="1270008"/>
                  <a:pt x="2791070" y="1326987"/>
                </a:cubicBezTo>
                <a:cubicBezTo>
                  <a:pt x="2791070" y="1383966"/>
                  <a:pt x="2837261" y="1430157"/>
                  <a:pt x="2894240" y="1430157"/>
                </a:cubicBezTo>
                <a:cubicBezTo>
                  <a:pt x="2951219" y="1430157"/>
                  <a:pt x="2997410" y="1383966"/>
                  <a:pt x="2997410" y="1326987"/>
                </a:cubicBezTo>
                <a:cubicBezTo>
                  <a:pt x="2997410" y="1270008"/>
                  <a:pt x="2951219" y="1223817"/>
                  <a:pt x="2894240" y="1223817"/>
                </a:cubicBezTo>
                <a:close/>
                <a:moveTo>
                  <a:pt x="2336026" y="1218630"/>
                </a:moveTo>
                <a:cubicBezTo>
                  <a:pt x="2279047" y="1218630"/>
                  <a:pt x="2232856" y="1264821"/>
                  <a:pt x="2232856" y="1321800"/>
                </a:cubicBezTo>
                <a:cubicBezTo>
                  <a:pt x="2232856" y="1378779"/>
                  <a:pt x="2279047" y="1424970"/>
                  <a:pt x="2336026" y="1424970"/>
                </a:cubicBezTo>
                <a:cubicBezTo>
                  <a:pt x="2393005" y="1424970"/>
                  <a:pt x="2439196" y="1378779"/>
                  <a:pt x="2439196" y="1321800"/>
                </a:cubicBezTo>
                <a:cubicBezTo>
                  <a:pt x="2439196" y="1264821"/>
                  <a:pt x="2393005" y="1218630"/>
                  <a:pt x="2336026" y="1218630"/>
                </a:cubicBezTo>
                <a:close/>
                <a:moveTo>
                  <a:pt x="1777812" y="1213443"/>
                </a:moveTo>
                <a:cubicBezTo>
                  <a:pt x="1720833" y="1213443"/>
                  <a:pt x="1674642" y="1259634"/>
                  <a:pt x="1674642" y="1316613"/>
                </a:cubicBezTo>
                <a:cubicBezTo>
                  <a:pt x="1674642" y="1373592"/>
                  <a:pt x="1720833" y="1419783"/>
                  <a:pt x="1777812" y="1419783"/>
                </a:cubicBezTo>
                <a:cubicBezTo>
                  <a:pt x="1834791" y="1419783"/>
                  <a:pt x="1880982" y="1373592"/>
                  <a:pt x="1880982" y="1316613"/>
                </a:cubicBezTo>
                <a:cubicBezTo>
                  <a:pt x="1880982" y="1259634"/>
                  <a:pt x="1834791" y="1213443"/>
                  <a:pt x="1777812" y="1213443"/>
                </a:cubicBezTo>
                <a:close/>
                <a:moveTo>
                  <a:pt x="1219598" y="1208256"/>
                </a:moveTo>
                <a:cubicBezTo>
                  <a:pt x="1162619" y="1208256"/>
                  <a:pt x="1116428" y="1254447"/>
                  <a:pt x="1116428" y="1311426"/>
                </a:cubicBezTo>
                <a:cubicBezTo>
                  <a:pt x="1116428" y="1368405"/>
                  <a:pt x="1162619" y="1414596"/>
                  <a:pt x="1219598" y="1414596"/>
                </a:cubicBezTo>
                <a:cubicBezTo>
                  <a:pt x="1276577" y="1414596"/>
                  <a:pt x="1322768" y="1368405"/>
                  <a:pt x="1322768" y="1311426"/>
                </a:cubicBezTo>
                <a:cubicBezTo>
                  <a:pt x="1322768" y="1254447"/>
                  <a:pt x="1276577" y="1208256"/>
                  <a:pt x="1219598" y="1208256"/>
                </a:cubicBezTo>
                <a:close/>
                <a:moveTo>
                  <a:pt x="661384" y="1203069"/>
                </a:moveTo>
                <a:cubicBezTo>
                  <a:pt x="604405" y="1203069"/>
                  <a:pt x="558214" y="1249260"/>
                  <a:pt x="558214" y="1306239"/>
                </a:cubicBezTo>
                <a:cubicBezTo>
                  <a:pt x="558214" y="1363218"/>
                  <a:pt x="604405" y="1409409"/>
                  <a:pt x="661384" y="1409409"/>
                </a:cubicBezTo>
                <a:cubicBezTo>
                  <a:pt x="718363" y="1409409"/>
                  <a:pt x="764554" y="1363218"/>
                  <a:pt x="764554" y="1306239"/>
                </a:cubicBezTo>
                <a:cubicBezTo>
                  <a:pt x="764554" y="1249260"/>
                  <a:pt x="718363" y="1203069"/>
                  <a:pt x="661384" y="1203069"/>
                </a:cubicBezTo>
                <a:close/>
                <a:moveTo>
                  <a:pt x="103170" y="1197882"/>
                </a:moveTo>
                <a:cubicBezTo>
                  <a:pt x="46191" y="1197882"/>
                  <a:pt x="0" y="1244073"/>
                  <a:pt x="0" y="1301052"/>
                </a:cubicBezTo>
                <a:cubicBezTo>
                  <a:pt x="0" y="1358031"/>
                  <a:pt x="46191" y="1404222"/>
                  <a:pt x="103170" y="1404222"/>
                </a:cubicBezTo>
                <a:cubicBezTo>
                  <a:pt x="160149" y="1404222"/>
                  <a:pt x="206340" y="1358031"/>
                  <a:pt x="206340" y="1301052"/>
                </a:cubicBezTo>
                <a:cubicBezTo>
                  <a:pt x="206340" y="1244073"/>
                  <a:pt x="160149" y="1197882"/>
                  <a:pt x="103170" y="1197882"/>
                </a:cubicBezTo>
                <a:close/>
                <a:moveTo>
                  <a:pt x="5127096" y="845271"/>
                </a:moveTo>
                <a:cubicBezTo>
                  <a:pt x="5070117" y="845271"/>
                  <a:pt x="5023926" y="891462"/>
                  <a:pt x="5023926" y="948441"/>
                </a:cubicBezTo>
                <a:cubicBezTo>
                  <a:pt x="5023926" y="1005420"/>
                  <a:pt x="5070117" y="1051611"/>
                  <a:pt x="5127096" y="1051611"/>
                </a:cubicBezTo>
                <a:cubicBezTo>
                  <a:pt x="5184075" y="1051611"/>
                  <a:pt x="5230266" y="1005420"/>
                  <a:pt x="5230266" y="948441"/>
                </a:cubicBezTo>
                <a:cubicBezTo>
                  <a:pt x="5230266" y="891462"/>
                  <a:pt x="5184075" y="845271"/>
                  <a:pt x="5127096" y="845271"/>
                </a:cubicBezTo>
                <a:close/>
                <a:moveTo>
                  <a:pt x="4568882" y="840084"/>
                </a:moveTo>
                <a:cubicBezTo>
                  <a:pt x="4511903" y="840084"/>
                  <a:pt x="4465712" y="886275"/>
                  <a:pt x="4465712" y="943254"/>
                </a:cubicBezTo>
                <a:cubicBezTo>
                  <a:pt x="4465712" y="1000233"/>
                  <a:pt x="4511903" y="1046424"/>
                  <a:pt x="4568882" y="1046424"/>
                </a:cubicBezTo>
                <a:cubicBezTo>
                  <a:pt x="4625861" y="1046424"/>
                  <a:pt x="4672052" y="1000233"/>
                  <a:pt x="4672052" y="943254"/>
                </a:cubicBezTo>
                <a:cubicBezTo>
                  <a:pt x="4672052" y="886275"/>
                  <a:pt x="4625861" y="840084"/>
                  <a:pt x="4568882" y="840084"/>
                </a:cubicBezTo>
                <a:close/>
                <a:moveTo>
                  <a:pt x="4010668" y="834897"/>
                </a:moveTo>
                <a:cubicBezTo>
                  <a:pt x="3953689" y="834897"/>
                  <a:pt x="3907498" y="881088"/>
                  <a:pt x="3907498" y="938067"/>
                </a:cubicBezTo>
                <a:cubicBezTo>
                  <a:pt x="3907498" y="995046"/>
                  <a:pt x="3953689" y="1041237"/>
                  <a:pt x="4010668" y="1041237"/>
                </a:cubicBezTo>
                <a:cubicBezTo>
                  <a:pt x="4067647" y="1041237"/>
                  <a:pt x="4113838" y="995046"/>
                  <a:pt x="4113838" y="938067"/>
                </a:cubicBezTo>
                <a:cubicBezTo>
                  <a:pt x="4113838" y="881088"/>
                  <a:pt x="4067647" y="834897"/>
                  <a:pt x="4010668" y="834897"/>
                </a:cubicBezTo>
                <a:close/>
                <a:moveTo>
                  <a:pt x="3452454" y="829710"/>
                </a:moveTo>
                <a:cubicBezTo>
                  <a:pt x="3395475" y="829710"/>
                  <a:pt x="3349284" y="875901"/>
                  <a:pt x="3349284" y="932880"/>
                </a:cubicBezTo>
                <a:cubicBezTo>
                  <a:pt x="3349284" y="989859"/>
                  <a:pt x="3395475" y="1036050"/>
                  <a:pt x="3452454" y="1036050"/>
                </a:cubicBezTo>
                <a:cubicBezTo>
                  <a:pt x="3509433" y="1036050"/>
                  <a:pt x="3555624" y="989859"/>
                  <a:pt x="3555624" y="932880"/>
                </a:cubicBezTo>
                <a:cubicBezTo>
                  <a:pt x="3555624" y="875901"/>
                  <a:pt x="3509433" y="829710"/>
                  <a:pt x="3452454" y="829710"/>
                </a:cubicBezTo>
                <a:close/>
                <a:moveTo>
                  <a:pt x="2894240" y="824523"/>
                </a:moveTo>
                <a:cubicBezTo>
                  <a:pt x="2837261" y="824523"/>
                  <a:pt x="2791070" y="870714"/>
                  <a:pt x="2791070" y="927693"/>
                </a:cubicBezTo>
                <a:cubicBezTo>
                  <a:pt x="2791070" y="984672"/>
                  <a:pt x="2837261" y="1030863"/>
                  <a:pt x="2894240" y="1030863"/>
                </a:cubicBezTo>
                <a:cubicBezTo>
                  <a:pt x="2951219" y="1030863"/>
                  <a:pt x="2997410" y="984672"/>
                  <a:pt x="2997410" y="927693"/>
                </a:cubicBezTo>
                <a:cubicBezTo>
                  <a:pt x="2997410" y="870714"/>
                  <a:pt x="2951219" y="824523"/>
                  <a:pt x="2894240" y="824523"/>
                </a:cubicBezTo>
                <a:close/>
                <a:moveTo>
                  <a:pt x="2336026" y="819336"/>
                </a:moveTo>
                <a:cubicBezTo>
                  <a:pt x="2279047" y="819336"/>
                  <a:pt x="2232856" y="865527"/>
                  <a:pt x="2232856" y="922506"/>
                </a:cubicBezTo>
                <a:cubicBezTo>
                  <a:pt x="2232856" y="979485"/>
                  <a:pt x="2279047" y="1025676"/>
                  <a:pt x="2336026" y="1025676"/>
                </a:cubicBezTo>
                <a:cubicBezTo>
                  <a:pt x="2393005" y="1025676"/>
                  <a:pt x="2439196" y="979485"/>
                  <a:pt x="2439196" y="922506"/>
                </a:cubicBezTo>
                <a:cubicBezTo>
                  <a:pt x="2439196" y="865527"/>
                  <a:pt x="2393005" y="819336"/>
                  <a:pt x="2336026" y="819336"/>
                </a:cubicBezTo>
                <a:close/>
                <a:moveTo>
                  <a:pt x="1777812" y="814149"/>
                </a:moveTo>
                <a:cubicBezTo>
                  <a:pt x="1720833" y="814149"/>
                  <a:pt x="1674642" y="860340"/>
                  <a:pt x="1674642" y="917319"/>
                </a:cubicBezTo>
                <a:cubicBezTo>
                  <a:pt x="1674642" y="974298"/>
                  <a:pt x="1720833" y="1020489"/>
                  <a:pt x="1777812" y="1020489"/>
                </a:cubicBezTo>
                <a:cubicBezTo>
                  <a:pt x="1834791" y="1020489"/>
                  <a:pt x="1880982" y="974298"/>
                  <a:pt x="1880982" y="917319"/>
                </a:cubicBezTo>
                <a:cubicBezTo>
                  <a:pt x="1880982" y="860340"/>
                  <a:pt x="1834791" y="814149"/>
                  <a:pt x="1777812" y="814149"/>
                </a:cubicBezTo>
                <a:close/>
                <a:moveTo>
                  <a:pt x="1219598" y="808962"/>
                </a:moveTo>
                <a:cubicBezTo>
                  <a:pt x="1162619" y="808962"/>
                  <a:pt x="1116428" y="855153"/>
                  <a:pt x="1116428" y="912132"/>
                </a:cubicBezTo>
                <a:cubicBezTo>
                  <a:pt x="1116428" y="969111"/>
                  <a:pt x="1162619" y="1015302"/>
                  <a:pt x="1219598" y="1015302"/>
                </a:cubicBezTo>
                <a:cubicBezTo>
                  <a:pt x="1276577" y="1015302"/>
                  <a:pt x="1322768" y="969111"/>
                  <a:pt x="1322768" y="912132"/>
                </a:cubicBezTo>
                <a:cubicBezTo>
                  <a:pt x="1322768" y="855153"/>
                  <a:pt x="1276577" y="808962"/>
                  <a:pt x="1219598" y="808962"/>
                </a:cubicBezTo>
                <a:close/>
                <a:moveTo>
                  <a:pt x="661384" y="803775"/>
                </a:moveTo>
                <a:cubicBezTo>
                  <a:pt x="604405" y="803775"/>
                  <a:pt x="558214" y="849966"/>
                  <a:pt x="558214" y="906945"/>
                </a:cubicBezTo>
                <a:cubicBezTo>
                  <a:pt x="558214" y="963924"/>
                  <a:pt x="604405" y="1010115"/>
                  <a:pt x="661384" y="1010115"/>
                </a:cubicBezTo>
                <a:cubicBezTo>
                  <a:pt x="718363" y="1010115"/>
                  <a:pt x="764554" y="963924"/>
                  <a:pt x="764554" y="906945"/>
                </a:cubicBezTo>
                <a:cubicBezTo>
                  <a:pt x="764554" y="849966"/>
                  <a:pt x="718363" y="803775"/>
                  <a:pt x="661384" y="803775"/>
                </a:cubicBezTo>
                <a:close/>
                <a:moveTo>
                  <a:pt x="103170" y="798588"/>
                </a:moveTo>
                <a:cubicBezTo>
                  <a:pt x="46191" y="798588"/>
                  <a:pt x="0" y="844779"/>
                  <a:pt x="0" y="901758"/>
                </a:cubicBezTo>
                <a:cubicBezTo>
                  <a:pt x="0" y="958737"/>
                  <a:pt x="46191" y="1004928"/>
                  <a:pt x="103170" y="1004928"/>
                </a:cubicBezTo>
                <a:cubicBezTo>
                  <a:pt x="160149" y="1004928"/>
                  <a:pt x="206340" y="958737"/>
                  <a:pt x="206340" y="901758"/>
                </a:cubicBezTo>
                <a:cubicBezTo>
                  <a:pt x="206340" y="844779"/>
                  <a:pt x="160149" y="798588"/>
                  <a:pt x="103170" y="798588"/>
                </a:cubicBezTo>
                <a:close/>
                <a:moveTo>
                  <a:pt x="5127096" y="445977"/>
                </a:moveTo>
                <a:cubicBezTo>
                  <a:pt x="5070117" y="445977"/>
                  <a:pt x="5023926" y="492168"/>
                  <a:pt x="5023926" y="549147"/>
                </a:cubicBezTo>
                <a:cubicBezTo>
                  <a:pt x="5023926" y="606126"/>
                  <a:pt x="5070117" y="652317"/>
                  <a:pt x="5127096" y="652317"/>
                </a:cubicBezTo>
                <a:cubicBezTo>
                  <a:pt x="5184075" y="652317"/>
                  <a:pt x="5230266" y="606126"/>
                  <a:pt x="5230266" y="549147"/>
                </a:cubicBezTo>
                <a:cubicBezTo>
                  <a:pt x="5230266" y="492168"/>
                  <a:pt x="5184075" y="445977"/>
                  <a:pt x="5127096" y="445977"/>
                </a:cubicBezTo>
                <a:close/>
                <a:moveTo>
                  <a:pt x="4568882" y="440790"/>
                </a:moveTo>
                <a:cubicBezTo>
                  <a:pt x="4511903" y="440790"/>
                  <a:pt x="4465712" y="486981"/>
                  <a:pt x="4465712" y="543960"/>
                </a:cubicBezTo>
                <a:cubicBezTo>
                  <a:pt x="4465712" y="600939"/>
                  <a:pt x="4511903" y="647130"/>
                  <a:pt x="4568882" y="647130"/>
                </a:cubicBezTo>
                <a:cubicBezTo>
                  <a:pt x="4625861" y="647130"/>
                  <a:pt x="4672052" y="600939"/>
                  <a:pt x="4672052" y="543960"/>
                </a:cubicBezTo>
                <a:cubicBezTo>
                  <a:pt x="4672052" y="486981"/>
                  <a:pt x="4625861" y="440790"/>
                  <a:pt x="4568882" y="440790"/>
                </a:cubicBezTo>
                <a:close/>
                <a:moveTo>
                  <a:pt x="4010668" y="435603"/>
                </a:moveTo>
                <a:cubicBezTo>
                  <a:pt x="3953689" y="435603"/>
                  <a:pt x="3907498" y="481794"/>
                  <a:pt x="3907498" y="538773"/>
                </a:cubicBezTo>
                <a:cubicBezTo>
                  <a:pt x="3907498" y="595752"/>
                  <a:pt x="3953689" y="641943"/>
                  <a:pt x="4010668" y="641943"/>
                </a:cubicBezTo>
                <a:cubicBezTo>
                  <a:pt x="4067647" y="641943"/>
                  <a:pt x="4113838" y="595752"/>
                  <a:pt x="4113838" y="538773"/>
                </a:cubicBezTo>
                <a:cubicBezTo>
                  <a:pt x="4113838" y="481794"/>
                  <a:pt x="4067647" y="435603"/>
                  <a:pt x="4010668" y="435603"/>
                </a:cubicBezTo>
                <a:close/>
                <a:moveTo>
                  <a:pt x="3452454" y="430416"/>
                </a:moveTo>
                <a:cubicBezTo>
                  <a:pt x="3395475" y="430416"/>
                  <a:pt x="3349284" y="476607"/>
                  <a:pt x="3349284" y="533586"/>
                </a:cubicBezTo>
                <a:cubicBezTo>
                  <a:pt x="3349284" y="590565"/>
                  <a:pt x="3395475" y="636756"/>
                  <a:pt x="3452454" y="636756"/>
                </a:cubicBezTo>
                <a:cubicBezTo>
                  <a:pt x="3509433" y="636756"/>
                  <a:pt x="3555624" y="590565"/>
                  <a:pt x="3555624" y="533586"/>
                </a:cubicBezTo>
                <a:cubicBezTo>
                  <a:pt x="3555624" y="476607"/>
                  <a:pt x="3509433" y="430416"/>
                  <a:pt x="3452454" y="430416"/>
                </a:cubicBezTo>
                <a:close/>
                <a:moveTo>
                  <a:pt x="2894240" y="425229"/>
                </a:moveTo>
                <a:cubicBezTo>
                  <a:pt x="2837261" y="425229"/>
                  <a:pt x="2791070" y="471420"/>
                  <a:pt x="2791070" y="528399"/>
                </a:cubicBezTo>
                <a:cubicBezTo>
                  <a:pt x="2791070" y="585378"/>
                  <a:pt x="2837261" y="631569"/>
                  <a:pt x="2894240" y="631569"/>
                </a:cubicBezTo>
                <a:cubicBezTo>
                  <a:pt x="2951219" y="631569"/>
                  <a:pt x="2997410" y="585378"/>
                  <a:pt x="2997410" y="528399"/>
                </a:cubicBezTo>
                <a:cubicBezTo>
                  <a:pt x="2997410" y="471420"/>
                  <a:pt x="2951219" y="425229"/>
                  <a:pt x="2894240" y="425229"/>
                </a:cubicBezTo>
                <a:close/>
                <a:moveTo>
                  <a:pt x="2336026" y="420042"/>
                </a:moveTo>
                <a:cubicBezTo>
                  <a:pt x="2279047" y="420042"/>
                  <a:pt x="2232856" y="466233"/>
                  <a:pt x="2232856" y="523212"/>
                </a:cubicBezTo>
                <a:cubicBezTo>
                  <a:pt x="2232856" y="580191"/>
                  <a:pt x="2279047" y="626382"/>
                  <a:pt x="2336026" y="626382"/>
                </a:cubicBezTo>
                <a:cubicBezTo>
                  <a:pt x="2393005" y="626382"/>
                  <a:pt x="2439196" y="580191"/>
                  <a:pt x="2439196" y="523212"/>
                </a:cubicBezTo>
                <a:cubicBezTo>
                  <a:pt x="2439196" y="466233"/>
                  <a:pt x="2393005" y="420042"/>
                  <a:pt x="2336026" y="420042"/>
                </a:cubicBezTo>
                <a:close/>
                <a:moveTo>
                  <a:pt x="1777812" y="414855"/>
                </a:moveTo>
                <a:cubicBezTo>
                  <a:pt x="1720833" y="414855"/>
                  <a:pt x="1674642" y="461046"/>
                  <a:pt x="1674642" y="518025"/>
                </a:cubicBezTo>
                <a:cubicBezTo>
                  <a:pt x="1674642" y="575004"/>
                  <a:pt x="1720833" y="621195"/>
                  <a:pt x="1777812" y="621195"/>
                </a:cubicBezTo>
                <a:cubicBezTo>
                  <a:pt x="1834791" y="621195"/>
                  <a:pt x="1880982" y="575004"/>
                  <a:pt x="1880982" y="518025"/>
                </a:cubicBezTo>
                <a:cubicBezTo>
                  <a:pt x="1880982" y="461046"/>
                  <a:pt x="1834791" y="414855"/>
                  <a:pt x="1777812" y="414855"/>
                </a:cubicBezTo>
                <a:close/>
                <a:moveTo>
                  <a:pt x="1219598" y="409668"/>
                </a:moveTo>
                <a:cubicBezTo>
                  <a:pt x="1162619" y="409668"/>
                  <a:pt x="1116428" y="455859"/>
                  <a:pt x="1116428" y="512838"/>
                </a:cubicBezTo>
                <a:cubicBezTo>
                  <a:pt x="1116428" y="569817"/>
                  <a:pt x="1162619" y="616008"/>
                  <a:pt x="1219598" y="616008"/>
                </a:cubicBezTo>
                <a:cubicBezTo>
                  <a:pt x="1276577" y="616008"/>
                  <a:pt x="1322768" y="569817"/>
                  <a:pt x="1322768" y="512838"/>
                </a:cubicBezTo>
                <a:cubicBezTo>
                  <a:pt x="1322768" y="455859"/>
                  <a:pt x="1276577" y="409668"/>
                  <a:pt x="1219598" y="409668"/>
                </a:cubicBezTo>
                <a:close/>
                <a:moveTo>
                  <a:pt x="661384" y="404481"/>
                </a:moveTo>
                <a:cubicBezTo>
                  <a:pt x="604405" y="404481"/>
                  <a:pt x="558214" y="450672"/>
                  <a:pt x="558214" y="507651"/>
                </a:cubicBezTo>
                <a:cubicBezTo>
                  <a:pt x="558214" y="564630"/>
                  <a:pt x="604405" y="610821"/>
                  <a:pt x="661384" y="610821"/>
                </a:cubicBezTo>
                <a:cubicBezTo>
                  <a:pt x="718363" y="610821"/>
                  <a:pt x="764554" y="564630"/>
                  <a:pt x="764554" y="507651"/>
                </a:cubicBezTo>
                <a:cubicBezTo>
                  <a:pt x="764554" y="450672"/>
                  <a:pt x="718363" y="404481"/>
                  <a:pt x="661384" y="404481"/>
                </a:cubicBezTo>
                <a:close/>
                <a:moveTo>
                  <a:pt x="103170" y="399294"/>
                </a:moveTo>
                <a:cubicBezTo>
                  <a:pt x="46191" y="399294"/>
                  <a:pt x="0" y="445485"/>
                  <a:pt x="0" y="502464"/>
                </a:cubicBezTo>
                <a:cubicBezTo>
                  <a:pt x="0" y="559443"/>
                  <a:pt x="46191" y="605634"/>
                  <a:pt x="103170" y="605634"/>
                </a:cubicBezTo>
                <a:cubicBezTo>
                  <a:pt x="160149" y="605634"/>
                  <a:pt x="206340" y="559443"/>
                  <a:pt x="206340" y="502464"/>
                </a:cubicBezTo>
                <a:cubicBezTo>
                  <a:pt x="206340" y="445485"/>
                  <a:pt x="160149" y="399294"/>
                  <a:pt x="103170" y="399294"/>
                </a:cubicBezTo>
                <a:close/>
                <a:moveTo>
                  <a:pt x="5127096" y="46683"/>
                </a:moveTo>
                <a:cubicBezTo>
                  <a:pt x="5070117" y="46683"/>
                  <a:pt x="5023926" y="92874"/>
                  <a:pt x="5023926" y="149853"/>
                </a:cubicBezTo>
                <a:cubicBezTo>
                  <a:pt x="5023926" y="206832"/>
                  <a:pt x="5070117" y="253023"/>
                  <a:pt x="5127096" y="253023"/>
                </a:cubicBezTo>
                <a:cubicBezTo>
                  <a:pt x="5184075" y="253023"/>
                  <a:pt x="5230266" y="206832"/>
                  <a:pt x="5230266" y="149853"/>
                </a:cubicBezTo>
                <a:cubicBezTo>
                  <a:pt x="5230266" y="92874"/>
                  <a:pt x="5184075" y="46683"/>
                  <a:pt x="5127096" y="46683"/>
                </a:cubicBezTo>
                <a:close/>
                <a:moveTo>
                  <a:pt x="4568882" y="41496"/>
                </a:moveTo>
                <a:cubicBezTo>
                  <a:pt x="4511903" y="41496"/>
                  <a:pt x="4465712" y="87687"/>
                  <a:pt x="4465712" y="144666"/>
                </a:cubicBezTo>
                <a:cubicBezTo>
                  <a:pt x="4465712" y="201645"/>
                  <a:pt x="4511903" y="247836"/>
                  <a:pt x="4568882" y="247836"/>
                </a:cubicBezTo>
                <a:cubicBezTo>
                  <a:pt x="4625861" y="247836"/>
                  <a:pt x="4672052" y="201645"/>
                  <a:pt x="4672052" y="144666"/>
                </a:cubicBezTo>
                <a:cubicBezTo>
                  <a:pt x="4672052" y="87687"/>
                  <a:pt x="4625861" y="41496"/>
                  <a:pt x="4568882" y="41496"/>
                </a:cubicBezTo>
                <a:close/>
                <a:moveTo>
                  <a:pt x="4010668" y="36309"/>
                </a:moveTo>
                <a:cubicBezTo>
                  <a:pt x="3953689" y="36309"/>
                  <a:pt x="3907498" y="82500"/>
                  <a:pt x="3907498" y="139479"/>
                </a:cubicBezTo>
                <a:cubicBezTo>
                  <a:pt x="3907498" y="196458"/>
                  <a:pt x="3953689" y="242649"/>
                  <a:pt x="4010668" y="242649"/>
                </a:cubicBezTo>
                <a:cubicBezTo>
                  <a:pt x="4067647" y="242649"/>
                  <a:pt x="4113838" y="196458"/>
                  <a:pt x="4113838" y="139479"/>
                </a:cubicBezTo>
                <a:cubicBezTo>
                  <a:pt x="4113838" y="82500"/>
                  <a:pt x="4067647" y="36309"/>
                  <a:pt x="4010668" y="36309"/>
                </a:cubicBezTo>
                <a:close/>
                <a:moveTo>
                  <a:pt x="3452454" y="31122"/>
                </a:moveTo>
                <a:cubicBezTo>
                  <a:pt x="3395475" y="31122"/>
                  <a:pt x="3349284" y="77313"/>
                  <a:pt x="3349284" y="134292"/>
                </a:cubicBezTo>
                <a:cubicBezTo>
                  <a:pt x="3349284" y="191271"/>
                  <a:pt x="3395475" y="237462"/>
                  <a:pt x="3452454" y="237462"/>
                </a:cubicBezTo>
                <a:cubicBezTo>
                  <a:pt x="3509433" y="237462"/>
                  <a:pt x="3555624" y="191271"/>
                  <a:pt x="3555624" y="134292"/>
                </a:cubicBezTo>
                <a:cubicBezTo>
                  <a:pt x="3555624" y="77313"/>
                  <a:pt x="3509433" y="31122"/>
                  <a:pt x="3452454" y="31122"/>
                </a:cubicBezTo>
                <a:close/>
                <a:moveTo>
                  <a:pt x="2894240" y="25935"/>
                </a:moveTo>
                <a:cubicBezTo>
                  <a:pt x="2837261" y="25935"/>
                  <a:pt x="2791070" y="72126"/>
                  <a:pt x="2791070" y="129105"/>
                </a:cubicBezTo>
                <a:cubicBezTo>
                  <a:pt x="2791070" y="186084"/>
                  <a:pt x="2837261" y="232275"/>
                  <a:pt x="2894240" y="232275"/>
                </a:cubicBezTo>
                <a:cubicBezTo>
                  <a:pt x="2951219" y="232275"/>
                  <a:pt x="2997410" y="186084"/>
                  <a:pt x="2997410" y="129105"/>
                </a:cubicBezTo>
                <a:cubicBezTo>
                  <a:pt x="2997410" y="72126"/>
                  <a:pt x="2951219" y="25935"/>
                  <a:pt x="2894240" y="25935"/>
                </a:cubicBezTo>
                <a:close/>
                <a:moveTo>
                  <a:pt x="2336026" y="20748"/>
                </a:moveTo>
                <a:cubicBezTo>
                  <a:pt x="2279047" y="20748"/>
                  <a:pt x="2232856" y="66939"/>
                  <a:pt x="2232856" y="123918"/>
                </a:cubicBezTo>
                <a:cubicBezTo>
                  <a:pt x="2232856" y="180897"/>
                  <a:pt x="2279047" y="227088"/>
                  <a:pt x="2336026" y="227088"/>
                </a:cubicBezTo>
                <a:cubicBezTo>
                  <a:pt x="2393005" y="227088"/>
                  <a:pt x="2439196" y="180897"/>
                  <a:pt x="2439196" y="123918"/>
                </a:cubicBezTo>
                <a:cubicBezTo>
                  <a:pt x="2439196" y="66939"/>
                  <a:pt x="2393005" y="20748"/>
                  <a:pt x="2336026" y="20748"/>
                </a:cubicBezTo>
                <a:close/>
                <a:moveTo>
                  <a:pt x="1777812" y="15561"/>
                </a:moveTo>
                <a:cubicBezTo>
                  <a:pt x="1720833" y="15561"/>
                  <a:pt x="1674642" y="61752"/>
                  <a:pt x="1674642" y="118731"/>
                </a:cubicBezTo>
                <a:cubicBezTo>
                  <a:pt x="1674642" y="175710"/>
                  <a:pt x="1720833" y="221901"/>
                  <a:pt x="1777812" y="221901"/>
                </a:cubicBezTo>
                <a:cubicBezTo>
                  <a:pt x="1834791" y="221901"/>
                  <a:pt x="1880982" y="175710"/>
                  <a:pt x="1880982" y="118731"/>
                </a:cubicBezTo>
                <a:cubicBezTo>
                  <a:pt x="1880982" y="61752"/>
                  <a:pt x="1834791" y="15561"/>
                  <a:pt x="1777812" y="15561"/>
                </a:cubicBezTo>
                <a:close/>
                <a:moveTo>
                  <a:pt x="1219598" y="10374"/>
                </a:moveTo>
                <a:cubicBezTo>
                  <a:pt x="1162619" y="10374"/>
                  <a:pt x="1116428" y="56565"/>
                  <a:pt x="1116428" y="113544"/>
                </a:cubicBezTo>
                <a:cubicBezTo>
                  <a:pt x="1116428" y="170523"/>
                  <a:pt x="1162619" y="216714"/>
                  <a:pt x="1219598" y="216714"/>
                </a:cubicBezTo>
                <a:cubicBezTo>
                  <a:pt x="1276577" y="216714"/>
                  <a:pt x="1322768" y="170523"/>
                  <a:pt x="1322768" y="113544"/>
                </a:cubicBezTo>
                <a:cubicBezTo>
                  <a:pt x="1322768" y="56565"/>
                  <a:pt x="1276577" y="10374"/>
                  <a:pt x="1219598" y="10374"/>
                </a:cubicBezTo>
                <a:close/>
                <a:moveTo>
                  <a:pt x="661384" y="5187"/>
                </a:moveTo>
                <a:cubicBezTo>
                  <a:pt x="604405" y="5187"/>
                  <a:pt x="558214" y="51378"/>
                  <a:pt x="558214" y="108357"/>
                </a:cubicBezTo>
                <a:cubicBezTo>
                  <a:pt x="558214" y="165336"/>
                  <a:pt x="604405" y="211527"/>
                  <a:pt x="661384" y="211527"/>
                </a:cubicBezTo>
                <a:cubicBezTo>
                  <a:pt x="718363" y="211527"/>
                  <a:pt x="764554" y="165336"/>
                  <a:pt x="764554" y="108357"/>
                </a:cubicBezTo>
                <a:cubicBezTo>
                  <a:pt x="764554" y="51378"/>
                  <a:pt x="718363" y="5187"/>
                  <a:pt x="661384" y="5187"/>
                </a:cubicBezTo>
                <a:close/>
                <a:moveTo>
                  <a:pt x="103170" y="0"/>
                </a:moveTo>
                <a:cubicBezTo>
                  <a:pt x="46191" y="0"/>
                  <a:pt x="0" y="46191"/>
                  <a:pt x="0" y="103170"/>
                </a:cubicBezTo>
                <a:cubicBezTo>
                  <a:pt x="0" y="160149"/>
                  <a:pt x="46191" y="206340"/>
                  <a:pt x="103170" y="206340"/>
                </a:cubicBezTo>
                <a:cubicBezTo>
                  <a:pt x="160149" y="206340"/>
                  <a:pt x="206340" y="160149"/>
                  <a:pt x="206340" y="103170"/>
                </a:cubicBezTo>
                <a:cubicBezTo>
                  <a:pt x="206340" y="46191"/>
                  <a:pt x="160149" y="0"/>
                  <a:pt x="10317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" name="任意多边形: 形状 192"/>
          <p:cNvSpPr>
            <a:spLocks noGrp="1"/>
          </p:cNvSpPr>
          <p:nvPr/>
        </p:nvSpPr>
        <p:spPr>
          <a:xfrm>
            <a:off x="2048694" y="1216543"/>
            <a:ext cx="1462682" cy="405756"/>
          </a:xfrm>
          <a:custGeom>
            <a:avLst/>
            <a:gdLst>
              <a:gd name="connsiteX0" fmla="*/ 5127096 w 5230266"/>
              <a:gd name="connsiteY0" fmla="*/ 1244565 h 1450905"/>
              <a:gd name="connsiteX1" fmla="*/ 5023926 w 5230266"/>
              <a:gd name="connsiteY1" fmla="*/ 1347735 h 1450905"/>
              <a:gd name="connsiteX2" fmla="*/ 5127096 w 5230266"/>
              <a:gd name="connsiteY2" fmla="*/ 1450905 h 1450905"/>
              <a:gd name="connsiteX3" fmla="*/ 5230266 w 5230266"/>
              <a:gd name="connsiteY3" fmla="*/ 1347735 h 1450905"/>
              <a:gd name="connsiteX4" fmla="*/ 5127096 w 5230266"/>
              <a:gd name="connsiteY4" fmla="*/ 1244565 h 1450905"/>
              <a:gd name="connsiteX5" fmla="*/ 4568882 w 5230266"/>
              <a:gd name="connsiteY5" fmla="*/ 1239378 h 1450905"/>
              <a:gd name="connsiteX6" fmla="*/ 4465712 w 5230266"/>
              <a:gd name="connsiteY6" fmla="*/ 1342548 h 1450905"/>
              <a:gd name="connsiteX7" fmla="*/ 4568882 w 5230266"/>
              <a:gd name="connsiteY7" fmla="*/ 1445718 h 1450905"/>
              <a:gd name="connsiteX8" fmla="*/ 4672052 w 5230266"/>
              <a:gd name="connsiteY8" fmla="*/ 1342548 h 1450905"/>
              <a:gd name="connsiteX9" fmla="*/ 4568882 w 5230266"/>
              <a:gd name="connsiteY9" fmla="*/ 1239378 h 1450905"/>
              <a:gd name="connsiteX10" fmla="*/ 4010668 w 5230266"/>
              <a:gd name="connsiteY10" fmla="*/ 1234191 h 1450905"/>
              <a:gd name="connsiteX11" fmla="*/ 3907498 w 5230266"/>
              <a:gd name="connsiteY11" fmla="*/ 1337361 h 1450905"/>
              <a:gd name="connsiteX12" fmla="*/ 4010668 w 5230266"/>
              <a:gd name="connsiteY12" fmla="*/ 1440531 h 1450905"/>
              <a:gd name="connsiteX13" fmla="*/ 4113838 w 5230266"/>
              <a:gd name="connsiteY13" fmla="*/ 1337361 h 1450905"/>
              <a:gd name="connsiteX14" fmla="*/ 4010668 w 5230266"/>
              <a:gd name="connsiteY14" fmla="*/ 1234191 h 1450905"/>
              <a:gd name="connsiteX15" fmla="*/ 3452454 w 5230266"/>
              <a:gd name="connsiteY15" fmla="*/ 1229004 h 1450905"/>
              <a:gd name="connsiteX16" fmla="*/ 3349284 w 5230266"/>
              <a:gd name="connsiteY16" fmla="*/ 1332174 h 1450905"/>
              <a:gd name="connsiteX17" fmla="*/ 3452454 w 5230266"/>
              <a:gd name="connsiteY17" fmla="*/ 1435344 h 1450905"/>
              <a:gd name="connsiteX18" fmla="*/ 3555624 w 5230266"/>
              <a:gd name="connsiteY18" fmla="*/ 1332174 h 1450905"/>
              <a:gd name="connsiteX19" fmla="*/ 3452454 w 5230266"/>
              <a:gd name="connsiteY19" fmla="*/ 1229004 h 1450905"/>
              <a:gd name="connsiteX20" fmla="*/ 2894240 w 5230266"/>
              <a:gd name="connsiteY20" fmla="*/ 1223817 h 1450905"/>
              <a:gd name="connsiteX21" fmla="*/ 2791070 w 5230266"/>
              <a:gd name="connsiteY21" fmla="*/ 1326987 h 1450905"/>
              <a:gd name="connsiteX22" fmla="*/ 2894240 w 5230266"/>
              <a:gd name="connsiteY22" fmla="*/ 1430157 h 1450905"/>
              <a:gd name="connsiteX23" fmla="*/ 2997410 w 5230266"/>
              <a:gd name="connsiteY23" fmla="*/ 1326987 h 1450905"/>
              <a:gd name="connsiteX24" fmla="*/ 2894240 w 5230266"/>
              <a:gd name="connsiteY24" fmla="*/ 1223817 h 1450905"/>
              <a:gd name="connsiteX25" fmla="*/ 2336026 w 5230266"/>
              <a:gd name="connsiteY25" fmla="*/ 1218630 h 1450905"/>
              <a:gd name="connsiteX26" fmla="*/ 2232856 w 5230266"/>
              <a:gd name="connsiteY26" fmla="*/ 1321800 h 1450905"/>
              <a:gd name="connsiteX27" fmla="*/ 2336026 w 5230266"/>
              <a:gd name="connsiteY27" fmla="*/ 1424970 h 1450905"/>
              <a:gd name="connsiteX28" fmla="*/ 2439196 w 5230266"/>
              <a:gd name="connsiteY28" fmla="*/ 1321800 h 1450905"/>
              <a:gd name="connsiteX29" fmla="*/ 2336026 w 5230266"/>
              <a:gd name="connsiteY29" fmla="*/ 1218630 h 1450905"/>
              <a:gd name="connsiteX30" fmla="*/ 1777812 w 5230266"/>
              <a:gd name="connsiteY30" fmla="*/ 1213443 h 1450905"/>
              <a:gd name="connsiteX31" fmla="*/ 1674642 w 5230266"/>
              <a:gd name="connsiteY31" fmla="*/ 1316613 h 1450905"/>
              <a:gd name="connsiteX32" fmla="*/ 1777812 w 5230266"/>
              <a:gd name="connsiteY32" fmla="*/ 1419783 h 1450905"/>
              <a:gd name="connsiteX33" fmla="*/ 1880982 w 5230266"/>
              <a:gd name="connsiteY33" fmla="*/ 1316613 h 1450905"/>
              <a:gd name="connsiteX34" fmla="*/ 1777812 w 5230266"/>
              <a:gd name="connsiteY34" fmla="*/ 1213443 h 1450905"/>
              <a:gd name="connsiteX35" fmla="*/ 1219598 w 5230266"/>
              <a:gd name="connsiteY35" fmla="*/ 1208256 h 1450905"/>
              <a:gd name="connsiteX36" fmla="*/ 1116428 w 5230266"/>
              <a:gd name="connsiteY36" fmla="*/ 1311426 h 1450905"/>
              <a:gd name="connsiteX37" fmla="*/ 1219598 w 5230266"/>
              <a:gd name="connsiteY37" fmla="*/ 1414596 h 1450905"/>
              <a:gd name="connsiteX38" fmla="*/ 1322768 w 5230266"/>
              <a:gd name="connsiteY38" fmla="*/ 1311426 h 1450905"/>
              <a:gd name="connsiteX39" fmla="*/ 1219598 w 5230266"/>
              <a:gd name="connsiteY39" fmla="*/ 1208256 h 1450905"/>
              <a:gd name="connsiteX40" fmla="*/ 661384 w 5230266"/>
              <a:gd name="connsiteY40" fmla="*/ 1203069 h 1450905"/>
              <a:gd name="connsiteX41" fmla="*/ 558214 w 5230266"/>
              <a:gd name="connsiteY41" fmla="*/ 1306239 h 1450905"/>
              <a:gd name="connsiteX42" fmla="*/ 661384 w 5230266"/>
              <a:gd name="connsiteY42" fmla="*/ 1409409 h 1450905"/>
              <a:gd name="connsiteX43" fmla="*/ 764554 w 5230266"/>
              <a:gd name="connsiteY43" fmla="*/ 1306239 h 1450905"/>
              <a:gd name="connsiteX44" fmla="*/ 661384 w 5230266"/>
              <a:gd name="connsiteY44" fmla="*/ 1203069 h 1450905"/>
              <a:gd name="connsiteX45" fmla="*/ 103170 w 5230266"/>
              <a:gd name="connsiteY45" fmla="*/ 1197882 h 1450905"/>
              <a:gd name="connsiteX46" fmla="*/ 0 w 5230266"/>
              <a:gd name="connsiteY46" fmla="*/ 1301052 h 1450905"/>
              <a:gd name="connsiteX47" fmla="*/ 103170 w 5230266"/>
              <a:gd name="connsiteY47" fmla="*/ 1404222 h 1450905"/>
              <a:gd name="connsiteX48" fmla="*/ 206340 w 5230266"/>
              <a:gd name="connsiteY48" fmla="*/ 1301052 h 1450905"/>
              <a:gd name="connsiteX49" fmla="*/ 103170 w 5230266"/>
              <a:gd name="connsiteY49" fmla="*/ 1197882 h 1450905"/>
              <a:gd name="connsiteX50" fmla="*/ 5127096 w 5230266"/>
              <a:gd name="connsiteY50" fmla="*/ 845271 h 1450905"/>
              <a:gd name="connsiteX51" fmla="*/ 5023926 w 5230266"/>
              <a:gd name="connsiteY51" fmla="*/ 948441 h 1450905"/>
              <a:gd name="connsiteX52" fmla="*/ 5127096 w 5230266"/>
              <a:gd name="connsiteY52" fmla="*/ 1051611 h 1450905"/>
              <a:gd name="connsiteX53" fmla="*/ 5230266 w 5230266"/>
              <a:gd name="connsiteY53" fmla="*/ 948441 h 1450905"/>
              <a:gd name="connsiteX54" fmla="*/ 5127096 w 5230266"/>
              <a:gd name="connsiteY54" fmla="*/ 845271 h 1450905"/>
              <a:gd name="connsiteX55" fmla="*/ 4568882 w 5230266"/>
              <a:gd name="connsiteY55" fmla="*/ 840084 h 1450905"/>
              <a:gd name="connsiteX56" fmla="*/ 4465712 w 5230266"/>
              <a:gd name="connsiteY56" fmla="*/ 943254 h 1450905"/>
              <a:gd name="connsiteX57" fmla="*/ 4568882 w 5230266"/>
              <a:gd name="connsiteY57" fmla="*/ 1046424 h 1450905"/>
              <a:gd name="connsiteX58" fmla="*/ 4672052 w 5230266"/>
              <a:gd name="connsiteY58" fmla="*/ 943254 h 1450905"/>
              <a:gd name="connsiteX59" fmla="*/ 4568882 w 5230266"/>
              <a:gd name="connsiteY59" fmla="*/ 840084 h 1450905"/>
              <a:gd name="connsiteX60" fmla="*/ 4010668 w 5230266"/>
              <a:gd name="connsiteY60" fmla="*/ 834897 h 1450905"/>
              <a:gd name="connsiteX61" fmla="*/ 3907498 w 5230266"/>
              <a:gd name="connsiteY61" fmla="*/ 938067 h 1450905"/>
              <a:gd name="connsiteX62" fmla="*/ 4010668 w 5230266"/>
              <a:gd name="connsiteY62" fmla="*/ 1041237 h 1450905"/>
              <a:gd name="connsiteX63" fmla="*/ 4113838 w 5230266"/>
              <a:gd name="connsiteY63" fmla="*/ 938067 h 1450905"/>
              <a:gd name="connsiteX64" fmla="*/ 4010668 w 5230266"/>
              <a:gd name="connsiteY64" fmla="*/ 834897 h 1450905"/>
              <a:gd name="connsiteX65" fmla="*/ 3452454 w 5230266"/>
              <a:gd name="connsiteY65" fmla="*/ 829710 h 1450905"/>
              <a:gd name="connsiteX66" fmla="*/ 3349284 w 5230266"/>
              <a:gd name="connsiteY66" fmla="*/ 932880 h 1450905"/>
              <a:gd name="connsiteX67" fmla="*/ 3452454 w 5230266"/>
              <a:gd name="connsiteY67" fmla="*/ 1036050 h 1450905"/>
              <a:gd name="connsiteX68" fmla="*/ 3555624 w 5230266"/>
              <a:gd name="connsiteY68" fmla="*/ 932880 h 1450905"/>
              <a:gd name="connsiteX69" fmla="*/ 3452454 w 5230266"/>
              <a:gd name="connsiteY69" fmla="*/ 829710 h 1450905"/>
              <a:gd name="connsiteX70" fmla="*/ 2894240 w 5230266"/>
              <a:gd name="connsiteY70" fmla="*/ 824523 h 1450905"/>
              <a:gd name="connsiteX71" fmla="*/ 2791070 w 5230266"/>
              <a:gd name="connsiteY71" fmla="*/ 927693 h 1450905"/>
              <a:gd name="connsiteX72" fmla="*/ 2894240 w 5230266"/>
              <a:gd name="connsiteY72" fmla="*/ 1030863 h 1450905"/>
              <a:gd name="connsiteX73" fmla="*/ 2997410 w 5230266"/>
              <a:gd name="connsiteY73" fmla="*/ 927693 h 1450905"/>
              <a:gd name="connsiteX74" fmla="*/ 2894240 w 5230266"/>
              <a:gd name="connsiteY74" fmla="*/ 824523 h 1450905"/>
              <a:gd name="connsiteX75" fmla="*/ 2336026 w 5230266"/>
              <a:gd name="connsiteY75" fmla="*/ 819336 h 1450905"/>
              <a:gd name="connsiteX76" fmla="*/ 2232856 w 5230266"/>
              <a:gd name="connsiteY76" fmla="*/ 922506 h 1450905"/>
              <a:gd name="connsiteX77" fmla="*/ 2336026 w 5230266"/>
              <a:gd name="connsiteY77" fmla="*/ 1025676 h 1450905"/>
              <a:gd name="connsiteX78" fmla="*/ 2439196 w 5230266"/>
              <a:gd name="connsiteY78" fmla="*/ 922506 h 1450905"/>
              <a:gd name="connsiteX79" fmla="*/ 2336026 w 5230266"/>
              <a:gd name="connsiteY79" fmla="*/ 819336 h 1450905"/>
              <a:gd name="connsiteX80" fmla="*/ 1777812 w 5230266"/>
              <a:gd name="connsiteY80" fmla="*/ 814149 h 1450905"/>
              <a:gd name="connsiteX81" fmla="*/ 1674642 w 5230266"/>
              <a:gd name="connsiteY81" fmla="*/ 917319 h 1450905"/>
              <a:gd name="connsiteX82" fmla="*/ 1777812 w 5230266"/>
              <a:gd name="connsiteY82" fmla="*/ 1020489 h 1450905"/>
              <a:gd name="connsiteX83" fmla="*/ 1880982 w 5230266"/>
              <a:gd name="connsiteY83" fmla="*/ 917319 h 1450905"/>
              <a:gd name="connsiteX84" fmla="*/ 1777812 w 5230266"/>
              <a:gd name="connsiteY84" fmla="*/ 814149 h 1450905"/>
              <a:gd name="connsiteX85" fmla="*/ 1219598 w 5230266"/>
              <a:gd name="connsiteY85" fmla="*/ 808962 h 1450905"/>
              <a:gd name="connsiteX86" fmla="*/ 1116428 w 5230266"/>
              <a:gd name="connsiteY86" fmla="*/ 912132 h 1450905"/>
              <a:gd name="connsiteX87" fmla="*/ 1219598 w 5230266"/>
              <a:gd name="connsiteY87" fmla="*/ 1015302 h 1450905"/>
              <a:gd name="connsiteX88" fmla="*/ 1322768 w 5230266"/>
              <a:gd name="connsiteY88" fmla="*/ 912132 h 1450905"/>
              <a:gd name="connsiteX89" fmla="*/ 1219598 w 5230266"/>
              <a:gd name="connsiteY89" fmla="*/ 808962 h 1450905"/>
              <a:gd name="connsiteX90" fmla="*/ 661384 w 5230266"/>
              <a:gd name="connsiteY90" fmla="*/ 803775 h 1450905"/>
              <a:gd name="connsiteX91" fmla="*/ 558214 w 5230266"/>
              <a:gd name="connsiteY91" fmla="*/ 906945 h 1450905"/>
              <a:gd name="connsiteX92" fmla="*/ 661384 w 5230266"/>
              <a:gd name="connsiteY92" fmla="*/ 1010115 h 1450905"/>
              <a:gd name="connsiteX93" fmla="*/ 764554 w 5230266"/>
              <a:gd name="connsiteY93" fmla="*/ 906945 h 1450905"/>
              <a:gd name="connsiteX94" fmla="*/ 661384 w 5230266"/>
              <a:gd name="connsiteY94" fmla="*/ 803775 h 1450905"/>
              <a:gd name="connsiteX95" fmla="*/ 103170 w 5230266"/>
              <a:gd name="connsiteY95" fmla="*/ 798588 h 1450905"/>
              <a:gd name="connsiteX96" fmla="*/ 0 w 5230266"/>
              <a:gd name="connsiteY96" fmla="*/ 901758 h 1450905"/>
              <a:gd name="connsiteX97" fmla="*/ 103170 w 5230266"/>
              <a:gd name="connsiteY97" fmla="*/ 1004928 h 1450905"/>
              <a:gd name="connsiteX98" fmla="*/ 206340 w 5230266"/>
              <a:gd name="connsiteY98" fmla="*/ 901758 h 1450905"/>
              <a:gd name="connsiteX99" fmla="*/ 103170 w 5230266"/>
              <a:gd name="connsiteY99" fmla="*/ 798588 h 1450905"/>
              <a:gd name="connsiteX100" fmla="*/ 5127096 w 5230266"/>
              <a:gd name="connsiteY100" fmla="*/ 445977 h 1450905"/>
              <a:gd name="connsiteX101" fmla="*/ 5023926 w 5230266"/>
              <a:gd name="connsiteY101" fmla="*/ 549147 h 1450905"/>
              <a:gd name="connsiteX102" fmla="*/ 5127096 w 5230266"/>
              <a:gd name="connsiteY102" fmla="*/ 652317 h 1450905"/>
              <a:gd name="connsiteX103" fmla="*/ 5230266 w 5230266"/>
              <a:gd name="connsiteY103" fmla="*/ 549147 h 1450905"/>
              <a:gd name="connsiteX104" fmla="*/ 5127096 w 5230266"/>
              <a:gd name="connsiteY104" fmla="*/ 445977 h 1450905"/>
              <a:gd name="connsiteX105" fmla="*/ 4568882 w 5230266"/>
              <a:gd name="connsiteY105" fmla="*/ 440790 h 1450905"/>
              <a:gd name="connsiteX106" fmla="*/ 4465712 w 5230266"/>
              <a:gd name="connsiteY106" fmla="*/ 543960 h 1450905"/>
              <a:gd name="connsiteX107" fmla="*/ 4568882 w 5230266"/>
              <a:gd name="connsiteY107" fmla="*/ 647130 h 1450905"/>
              <a:gd name="connsiteX108" fmla="*/ 4672052 w 5230266"/>
              <a:gd name="connsiteY108" fmla="*/ 543960 h 1450905"/>
              <a:gd name="connsiteX109" fmla="*/ 4568882 w 5230266"/>
              <a:gd name="connsiteY109" fmla="*/ 440790 h 1450905"/>
              <a:gd name="connsiteX110" fmla="*/ 4010668 w 5230266"/>
              <a:gd name="connsiteY110" fmla="*/ 435603 h 1450905"/>
              <a:gd name="connsiteX111" fmla="*/ 3907498 w 5230266"/>
              <a:gd name="connsiteY111" fmla="*/ 538773 h 1450905"/>
              <a:gd name="connsiteX112" fmla="*/ 4010668 w 5230266"/>
              <a:gd name="connsiteY112" fmla="*/ 641943 h 1450905"/>
              <a:gd name="connsiteX113" fmla="*/ 4113838 w 5230266"/>
              <a:gd name="connsiteY113" fmla="*/ 538773 h 1450905"/>
              <a:gd name="connsiteX114" fmla="*/ 4010668 w 5230266"/>
              <a:gd name="connsiteY114" fmla="*/ 435603 h 1450905"/>
              <a:gd name="connsiteX115" fmla="*/ 3452454 w 5230266"/>
              <a:gd name="connsiteY115" fmla="*/ 430416 h 1450905"/>
              <a:gd name="connsiteX116" fmla="*/ 3349284 w 5230266"/>
              <a:gd name="connsiteY116" fmla="*/ 533586 h 1450905"/>
              <a:gd name="connsiteX117" fmla="*/ 3452454 w 5230266"/>
              <a:gd name="connsiteY117" fmla="*/ 636756 h 1450905"/>
              <a:gd name="connsiteX118" fmla="*/ 3555624 w 5230266"/>
              <a:gd name="connsiteY118" fmla="*/ 533586 h 1450905"/>
              <a:gd name="connsiteX119" fmla="*/ 3452454 w 5230266"/>
              <a:gd name="connsiteY119" fmla="*/ 430416 h 1450905"/>
              <a:gd name="connsiteX120" fmla="*/ 2894240 w 5230266"/>
              <a:gd name="connsiteY120" fmla="*/ 425229 h 1450905"/>
              <a:gd name="connsiteX121" fmla="*/ 2791070 w 5230266"/>
              <a:gd name="connsiteY121" fmla="*/ 528399 h 1450905"/>
              <a:gd name="connsiteX122" fmla="*/ 2894240 w 5230266"/>
              <a:gd name="connsiteY122" fmla="*/ 631569 h 1450905"/>
              <a:gd name="connsiteX123" fmla="*/ 2997410 w 5230266"/>
              <a:gd name="connsiteY123" fmla="*/ 528399 h 1450905"/>
              <a:gd name="connsiteX124" fmla="*/ 2894240 w 5230266"/>
              <a:gd name="connsiteY124" fmla="*/ 425229 h 1450905"/>
              <a:gd name="connsiteX125" fmla="*/ 2336026 w 5230266"/>
              <a:gd name="connsiteY125" fmla="*/ 420042 h 1450905"/>
              <a:gd name="connsiteX126" fmla="*/ 2232856 w 5230266"/>
              <a:gd name="connsiteY126" fmla="*/ 523212 h 1450905"/>
              <a:gd name="connsiteX127" fmla="*/ 2336026 w 5230266"/>
              <a:gd name="connsiteY127" fmla="*/ 626382 h 1450905"/>
              <a:gd name="connsiteX128" fmla="*/ 2439196 w 5230266"/>
              <a:gd name="connsiteY128" fmla="*/ 523212 h 1450905"/>
              <a:gd name="connsiteX129" fmla="*/ 2336026 w 5230266"/>
              <a:gd name="connsiteY129" fmla="*/ 420042 h 1450905"/>
              <a:gd name="connsiteX130" fmla="*/ 1777812 w 5230266"/>
              <a:gd name="connsiteY130" fmla="*/ 414855 h 1450905"/>
              <a:gd name="connsiteX131" fmla="*/ 1674642 w 5230266"/>
              <a:gd name="connsiteY131" fmla="*/ 518025 h 1450905"/>
              <a:gd name="connsiteX132" fmla="*/ 1777812 w 5230266"/>
              <a:gd name="connsiteY132" fmla="*/ 621195 h 1450905"/>
              <a:gd name="connsiteX133" fmla="*/ 1880982 w 5230266"/>
              <a:gd name="connsiteY133" fmla="*/ 518025 h 1450905"/>
              <a:gd name="connsiteX134" fmla="*/ 1777812 w 5230266"/>
              <a:gd name="connsiteY134" fmla="*/ 414855 h 1450905"/>
              <a:gd name="connsiteX135" fmla="*/ 1219598 w 5230266"/>
              <a:gd name="connsiteY135" fmla="*/ 409668 h 1450905"/>
              <a:gd name="connsiteX136" fmla="*/ 1116428 w 5230266"/>
              <a:gd name="connsiteY136" fmla="*/ 512838 h 1450905"/>
              <a:gd name="connsiteX137" fmla="*/ 1219598 w 5230266"/>
              <a:gd name="connsiteY137" fmla="*/ 616008 h 1450905"/>
              <a:gd name="connsiteX138" fmla="*/ 1322768 w 5230266"/>
              <a:gd name="connsiteY138" fmla="*/ 512838 h 1450905"/>
              <a:gd name="connsiteX139" fmla="*/ 1219598 w 5230266"/>
              <a:gd name="connsiteY139" fmla="*/ 409668 h 1450905"/>
              <a:gd name="connsiteX140" fmla="*/ 661384 w 5230266"/>
              <a:gd name="connsiteY140" fmla="*/ 404481 h 1450905"/>
              <a:gd name="connsiteX141" fmla="*/ 558214 w 5230266"/>
              <a:gd name="connsiteY141" fmla="*/ 507651 h 1450905"/>
              <a:gd name="connsiteX142" fmla="*/ 661384 w 5230266"/>
              <a:gd name="connsiteY142" fmla="*/ 610821 h 1450905"/>
              <a:gd name="connsiteX143" fmla="*/ 764554 w 5230266"/>
              <a:gd name="connsiteY143" fmla="*/ 507651 h 1450905"/>
              <a:gd name="connsiteX144" fmla="*/ 661384 w 5230266"/>
              <a:gd name="connsiteY144" fmla="*/ 404481 h 1450905"/>
              <a:gd name="connsiteX145" fmla="*/ 103170 w 5230266"/>
              <a:gd name="connsiteY145" fmla="*/ 399294 h 1450905"/>
              <a:gd name="connsiteX146" fmla="*/ 0 w 5230266"/>
              <a:gd name="connsiteY146" fmla="*/ 502464 h 1450905"/>
              <a:gd name="connsiteX147" fmla="*/ 103170 w 5230266"/>
              <a:gd name="connsiteY147" fmla="*/ 605634 h 1450905"/>
              <a:gd name="connsiteX148" fmla="*/ 206340 w 5230266"/>
              <a:gd name="connsiteY148" fmla="*/ 502464 h 1450905"/>
              <a:gd name="connsiteX149" fmla="*/ 103170 w 5230266"/>
              <a:gd name="connsiteY149" fmla="*/ 399294 h 1450905"/>
              <a:gd name="connsiteX150" fmla="*/ 5127096 w 5230266"/>
              <a:gd name="connsiteY150" fmla="*/ 46683 h 1450905"/>
              <a:gd name="connsiteX151" fmla="*/ 5023926 w 5230266"/>
              <a:gd name="connsiteY151" fmla="*/ 149853 h 1450905"/>
              <a:gd name="connsiteX152" fmla="*/ 5127096 w 5230266"/>
              <a:gd name="connsiteY152" fmla="*/ 253023 h 1450905"/>
              <a:gd name="connsiteX153" fmla="*/ 5230266 w 5230266"/>
              <a:gd name="connsiteY153" fmla="*/ 149853 h 1450905"/>
              <a:gd name="connsiteX154" fmla="*/ 5127096 w 5230266"/>
              <a:gd name="connsiteY154" fmla="*/ 46683 h 1450905"/>
              <a:gd name="connsiteX155" fmla="*/ 4568882 w 5230266"/>
              <a:gd name="connsiteY155" fmla="*/ 41496 h 1450905"/>
              <a:gd name="connsiteX156" fmla="*/ 4465712 w 5230266"/>
              <a:gd name="connsiteY156" fmla="*/ 144666 h 1450905"/>
              <a:gd name="connsiteX157" fmla="*/ 4568882 w 5230266"/>
              <a:gd name="connsiteY157" fmla="*/ 247836 h 1450905"/>
              <a:gd name="connsiteX158" fmla="*/ 4672052 w 5230266"/>
              <a:gd name="connsiteY158" fmla="*/ 144666 h 1450905"/>
              <a:gd name="connsiteX159" fmla="*/ 4568882 w 5230266"/>
              <a:gd name="connsiteY159" fmla="*/ 41496 h 1450905"/>
              <a:gd name="connsiteX160" fmla="*/ 4010668 w 5230266"/>
              <a:gd name="connsiteY160" fmla="*/ 36309 h 1450905"/>
              <a:gd name="connsiteX161" fmla="*/ 3907498 w 5230266"/>
              <a:gd name="connsiteY161" fmla="*/ 139479 h 1450905"/>
              <a:gd name="connsiteX162" fmla="*/ 4010668 w 5230266"/>
              <a:gd name="connsiteY162" fmla="*/ 242649 h 1450905"/>
              <a:gd name="connsiteX163" fmla="*/ 4113838 w 5230266"/>
              <a:gd name="connsiteY163" fmla="*/ 139479 h 1450905"/>
              <a:gd name="connsiteX164" fmla="*/ 4010668 w 5230266"/>
              <a:gd name="connsiteY164" fmla="*/ 36309 h 1450905"/>
              <a:gd name="connsiteX165" fmla="*/ 3452454 w 5230266"/>
              <a:gd name="connsiteY165" fmla="*/ 31122 h 1450905"/>
              <a:gd name="connsiteX166" fmla="*/ 3349284 w 5230266"/>
              <a:gd name="connsiteY166" fmla="*/ 134292 h 1450905"/>
              <a:gd name="connsiteX167" fmla="*/ 3452454 w 5230266"/>
              <a:gd name="connsiteY167" fmla="*/ 237462 h 1450905"/>
              <a:gd name="connsiteX168" fmla="*/ 3555624 w 5230266"/>
              <a:gd name="connsiteY168" fmla="*/ 134292 h 1450905"/>
              <a:gd name="connsiteX169" fmla="*/ 3452454 w 5230266"/>
              <a:gd name="connsiteY169" fmla="*/ 31122 h 1450905"/>
              <a:gd name="connsiteX170" fmla="*/ 2894240 w 5230266"/>
              <a:gd name="connsiteY170" fmla="*/ 25935 h 1450905"/>
              <a:gd name="connsiteX171" fmla="*/ 2791070 w 5230266"/>
              <a:gd name="connsiteY171" fmla="*/ 129105 h 1450905"/>
              <a:gd name="connsiteX172" fmla="*/ 2894240 w 5230266"/>
              <a:gd name="connsiteY172" fmla="*/ 232275 h 1450905"/>
              <a:gd name="connsiteX173" fmla="*/ 2997410 w 5230266"/>
              <a:gd name="connsiteY173" fmla="*/ 129105 h 1450905"/>
              <a:gd name="connsiteX174" fmla="*/ 2894240 w 5230266"/>
              <a:gd name="connsiteY174" fmla="*/ 25935 h 1450905"/>
              <a:gd name="connsiteX175" fmla="*/ 2336026 w 5230266"/>
              <a:gd name="connsiteY175" fmla="*/ 20748 h 1450905"/>
              <a:gd name="connsiteX176" fmla="*/ 2232856 w 5230266"/>
              <a:gd name="connsiteY176" fmla="*/ 123918 h 1450905"/>
              <a:gd name="connsiteX177" fmla="*/ 2336026 w 5230266"/>
              <a:gd name="connsiteY177" fmla="*/ 227088 h 1450905"/>
              <a:gd name="connsiteX178" fmla="*/ 2439196 w 5230266"/>
              <a:gd name="connsiteY178" fmla="*/ 123918 h 1450905"/>
              <a:gd name="connsiteX179" fmla="*/ 2336026 w 5230266"/>
              <a:gd name="connsiteY179" fmla="*/ 20748 h 1450905"/>
              <a:gd name="connsiteX180" fmla="*/ 1777812 w 5230266"/>
              <a:gd name="connsiteY180" fmla="*/ 15561 h 1450905"/>
              <a:gd name="connsiteX181" fmla="*/ 1674642 w 5230266"/>
              <a:gd name="connsiteY181" fmla="*/ 118731 h 1450905"/>
              <a:gd name="connsiteX182" fmla="*/ 1777812 w 5230266"/>
              <a:gd name="connsiteY182" fmla="*/ 221901 h 1450905"/>
              <a:gd name="connsiteX183" fmla="*/ 1880982 w 5230266"/>
              <a:gd name="connsiteY183" fmla="*/ 118731 h 1450905"/>
              <a:gd name="connsiteX184" fmla="*/ 1777812 w 5230266"/>
              <a:gd name="connsiteY184" fmla="*/ 15561 h 1450905"/>
              <a:gd name="connsiteX185" fmla="*/ 1219598 w 5230266"/>
              <a:gd name="connsiteY185" fmla="*/ 10374 h 1450905"/>
              <a:gd name="connsiteX186" fmla="*/ 1116428 w 5230266"/>
              <a:gd name="connsiteY186" fmla="*/ 113544 h 1450905"/>
              <a:gd name="connsiteX187" fmla="*/ 1219598 w 5230266"/>
              <a:gd name="connsiteY187" fmla="*/ 216714 h 1450905"/>
              <a:gd name="connsiteX188" fmla="*/ 1322768 w 5230266"/>
              <a:gd name="connsiteY188" fmla="*/ 113544 h 1450905"/>
              <a:gd name="connsiteX189" fmla="*/ 1219598 w 5230266"/>
              <a:gd name="connsiteY189" fmla="*/ 10374 h 1450905"/>
              <a:gd name="connsiteX190" fmla="*/ 661384 w 5230266"/>
              <a:gd name="connsiteY190" fmla="*/ 5187 h 1450905"/>
              <a:gd name="connsiteX191" fmla="*/ 558214 w 5230266"/>
              <a:gd name="connsiteY191" fmla="*/ 108357 h 1450905"/>
              <a:gd name="connsiteX192" fmla="*/ 661384 w 5230266"/>
              <a:gd name="connsiteY192" fmla="*/ 211527 h 1450905"/>
              <a:gd name="connsiteX193" fmla="*/ 764554 w 5230266"/>
              <a:gd name="connsiteY193" fmla="*/ 108357 h 1450905"/>
              <a:gd name="connsiteX194" fmla="*/ 661384 w 5230266"/>
              <a:gd name="connsiteY194" fmla="*/ 5187 h 1450905"/>
              <a:gd name="connsiteX195" fmla="*/ 103170 w 5230266"/>
              <a:gd name="connsiteY195" fmla="*/ 0 h 1450905"/>
              <a:gd name="connsiteX196" fmla="*/ 0 w 5230266"/>
              <a:gd name="connsiteY196" fmla="*/ 103170 h 1450905"/>
              <a:gd name="connsiteX197" fmla="*/ 103170 w 5230266"/>
              <a:gd name="connsiteY197" fmla="*/ 206340 h 1450905"/>
              <a:gd name="connsiteX198" fmla="*/ 206340 w 5230266"/>
              <a:gd name="connsiteY198" fmla="*/ 103170 h 1450905"/>
              <a:gd name="connsiteX199" fmla="*/ 103170 w 5230266"/>
              <a:gd name="connsiteY199" fmla="*/ 0 h 1450905"/>
            </a:gdLst>
            <a:ahLst/>
            <a:cxnLst/>
            <a:rect l="l" t="t" r="r" b="b"/>
            <a:pathLst>
              <a:path w="5230266" h="1450905">
                <a:moveTo>
                  <a:pt x="5127096" y="1244565"/>
                </a:moveTo>
                <a:cubicBezTo>
                  <a:pt x="5070117" y="1244565"/>
                  <a:pt x="5023926" y="1290756"/>
                  <a:pt x="5023926" y="1347735"/>
                </a:cubicBezTo>
                <a:cubicBezTo>
                  <a:pt x="5023926" y="1404714"/>
                  <a:pt x="5070117" y="1450905"/>
                  <a:pt x="5127096" y="1450905"/>
                </a:cubicBezTo>
                <a:cubicBezTo>
                  <a:pt x="5184075" y="1450905"/>
                  <a:pt x="5230266" y="1404714"/>
                  <a:pt x="5230266" y="1347735"/>
                </a:cubicBezTo>
                <a:cubicBezTo>
                  <a:pt x="5230266" y="1290756"/>
                  <a:pt x="5184075" y="1244565"/>
                  <a:pt x="5127096" y="1244565"/>
                </a:cubicBezTo>
                <a:close/>
                <a:moveTo>
                  <a:pt x="4568882" y="1239378"/>
                </a:moveTo>
                <a:cubicBezTo>
                  <a:pt x="4511903" y="1239378"/>
                  <a:pt x="4465712" y="1285569"/>
                  <a:pt x="4465712" y="1342548"/>
                </a:cubicBezTo>
                <a:cubicBezTo>
                  <a:pt x="4465712" y="1399527"/>
                  <a:pt x="4511903" y="1445718"/>
                  <a:pt x="4568882" y="1445718"/>
                </a:cubicBezTo>
                <a:cubicBezTo>
                  <a:pt x="4625861" y="1445718"/>
                  <a:pt x="4672052" y="1399527"/>
                  <a:pt x="4672052" y="1342548"/>
                </a:cubicBezTo>
                <a:cubicBezTo>
                  <a:pt x="4672052" y="1285569"/>
                  <a:pt x="4625861" y="1239378"/>
                  <a:pt x="4568882" y="1239378"/>
                </a:cubicBezTo>
                <a:close/>
                <a:moveTo>
                  <a:pt x="4010668" y="1234191"/>
                </a:moveTo>
                <a:cubicBezTo>
                  <a:pt x="3953689" y="1234191"/>
                  <a:pt x="3907498" y="1280382"/>
                  <a:pt x="3907498" y="1337361"/>
                </a:cubicBezTo>
                <a:cubicBezTo>
                  <a:pt x="3907498" y="1394340"/>
                  <a:pt x="3953689" y="1440531"/>
                  <a:pt x="4010668" y="1440531"/>
                </a:cubicBezTo>
                <a:cubicBezTo>
                  <a:pt x="4067647" y="1440531"/>
                  <a:pt x="4113838" y="1394340"/>
                  <a:pt x="4113838" y="1337361"/>
                </a:cubicBezTo>
                <a:cubicBezTo>
                  <a:pt x="4113838" y="1280382"/>
                  <a:pt x="4067647" y="1234191"/>
                  <a:pt x="4010668" y="1234191"/>
                </a:cubicBezTo>
                <a:close/>
                <a:moveTo>
                  <a:pt x="3452454" y="1229004"/>
                </a:moveTo>
                <a:cubicBezTo>
                  <a:pt x="3395475" y="1229004"/>
                  <a:pt x="3349284" y="1275195"/>
                  <a:pt x="3349284" y="1332174"/>
                </a:cubicBezTo>
                <a:cubicBezTo>
                  <a:pt x="3349284" y="1389153"/>
                  <a:pt x="3395475" y="1435344"/>
                  <a:pt x="3452454" y="1435344"/>
                </a:cubicBezTo>
                <a:cubicBezTo>
                  <a:pt x="3509433" y="1435344"/>
                  <a:pt x="3555624" y="1389153"/>
                  <a:pt x="3555624" y="1332174"/>
                </a:cubicBezTo>
                <a:cubicBezTo>
                  <a:pt x="3555624" y="1275195"/>
                  <a:pt x="3509433" y="1229004"/>
                  <a:pt x="3452454" y="1229004"/>
                </a:cubicBezTo>
                <a:close/>
                <a:moveTo>
                  <a:pt x="2894240" y="1223817"/>
                </a:moveTo>
                <a:cubicBezTo>
                  <a:pt x="2837261" y="1223817"/>
                  <a:pt x="2791070" y="1270008"/>
                  <a:pt x="2791070" y="1326987"/>
                </a:cubicBezTo>
                <a:cubicBezTo>
                  <a:pt x="2791070" y="1383966"/>
                  <a:pt x="2837261" y="1430157"/>
                  <a:pt x="2894240" y="1430157"/>
                </a:cubicBezTo>
                <a:cubicBezTo>
                  <a:pt x="2951219" y="1430157"/>
                  <a:pt x="2997410" y="1383966"/>
                  <a:pt x="2997410" y="1326987"/>
                </a:cubicBezTo>
                <a:cubicBezTo>
                  <a:pt x="2997410" y="1270008"/>
                  <a:pt x="2951219" y="1223817"/>
                  <a:pt x="2894240" y="1223817"/>
                </a:cubicBezTo>
                <a:close/>
                <a:moveTo>
                  <a:pt x="2336026" y="1218630"/>
                </a:moveTo>
                <a:cubicBezTo>
                  <a:pt x="2279047" y="1218630"/>
                  <a:pt x="2232856" y="1264821"/>
                  <a:pt x="2232856" y="1321800"/>
                </a:cubicBezTo>
                <a:cubicBezTo>
                  <a:pt x="2232856" y="1378779"/>
                  <a:pt x="2279047" y="1424970"/>
                  <a:pt x="2336026" y="1424970"/>
                </a:cubicBezTo>
                <a:cubicBezTo>
                  <a:pt x="2393005" y="1424970"/>
                  <a:pt x="2439196" y="1378779"/>
                  <a:pt x="2439196" y="1321800"/>
                </a:cubicBezTo>
                <a:cubicBezTo>
                  <a:pt x="2439196" y="1264821"/>
                  <a:pt x="2393005" y="1218630"/>
                  <a:pt x="2336026" y="1218630"/>
                </a:cubicBezTo>
                <a:close/>
                <a:moveTo>
                  <a:pt x="1777812" y="1213443"/>
                </a:moveTo>
                <a:cubicBezTo>
                  <a:pt x="1720833" y="1213443"/>
                  <a:pt x="1674642" y="1259634"/>
                  <a:pt x="1674642" y="1316613"/>
                </a:cubicBezTo>
                <a:cubicBezTo>
                  <a:pt x="1674642" y="1373592"/>
                  <a:pt x="1720833" y="1419783"/>
                  <a:pt x="1777812" y="1419783"/>
                </a:cubicBezTo>
                <a:cubicBezTo>
                  <a:pt x="1834791" y="1419783"/>
                  <a:pt x="1880982" y="1373592"/>
                  <a:pt x="1880982" y="1316613"/>
                </a:cubicBezTo>
                <a:cubicBezTo>
                  <a:pt x="1880982" y="1259634"/>
                  <a:pt x="1834791" y="1213443"/>
                  <a:pt x="1777812" y="1213443"/>
                </a:cubicBezTo>
                <a:close/>
                <a:moveTo>
                  <a:pt x="1219598" y="1208256"/>
                </a:moveTo>
                <a:cubicBezTo>
                  <a:pt x="1162619" y="1208256"/>
                  <a:pt x="1116428" y="1254447"/>
                  <a:pt x="1116428" y="1311426"/>
                </a:cubicBezTo>
                <a:cubicBezTo>
                  <a:pt x="1116428" y="1368405"/>
                  <a:pt x="1162619" y="1414596"/>
                  <a:pt x="1219598" y="1414596"/>
                </a:cubicBezTo>
                <a:cubicBezTo>
                  <a:pt x="1276577" y="1414596"/>
                  <a:pt x="1322768" y="1368405"/>
                  <a:pt x="1322768" y="1311426"/>
                </a:cubicBezTo>
                <a:cubicBezTo>
                  <a:pt x="1322768" y="1254447"/>
                  <a:pt x="1276577" y="1208256"/>
                  <a:pt x="1219598" y="1208256"/>
                </a:cubicBezTo>
                <a:close/>
                <a:moveTo>
                  <a:pt x="661384" y="1203069"/>
                </a:moveTo>
                <a:cubicBezTo>
                  <a:pt x="604405" y="1203069"/>
                  <a:pt x="558214" y="1249260"/>
                  <a:pt x="558214" y="1306239"/>
                </a:cubicBezTo>
                <a:cubicBezTo>
                  <a:pt x="558214" y="1363218"/>
                  <a:pt x="604405" y="1409409"/>
                  <a:pt x="661384" y="1409409"/>
                </a:cubicBezTo>
                <a:cubicBezTo>
                  <a:pt x="718363" y="1409409"/>
                  <a:pt x="764554" y="1363218"/>
                  <a:pt x="764554" y="1306239"/>
                </a:cubicBezTo>
                <a:cubicBezTo>
                  <a:pt x="764554" y="1249260"/>
                  <a:pt x="718363" y="1203069"/>
                  <a:pt x="661384" y="1203069"/>
                </a:cubicBezTo>
                <a:close/>
                <a:moveTo>
                  <a:pt x="103170" y="1197882"/>
                </a:moveTo>
                <a:cubicBezTo>
                  <a:pt x="46191" y="1197882"/>
                  <a:pt x="0" y="1244073"/>
                  <a:pt x="0" y="1301052"/>
                </a:cubicBezTo>
                <a:cubicBezTo>
                  <a:pt x="0" y="1358031"/>
                  <a:pt x="46191" y="1404222"/>
                  <a:pt x="103170" y="1404222"/>
                </a:cubicBezTo>
                <a:cubicBezTo>
                  <a:pt x="160149" y="1404222"/>
                  <a:pt x="206340" y="1358031"/>
                  <a:pt x="206340" y="1301052"/>
                </a:cubicBezTo>
                <a:cubicBezTo>
                  <a:pt x="206340" y="1244073"/>
                  <a:pt x="160149" y="1197882"/>
                  <a:pt x="103170" y="1197882"/>
                </a:cubicBezTo>
                <a:close/>
                <a:moveTo>
                  <a:pt x="5127096" y="845271"/>
                </a:moveTo>
                <a:cubicBezTo>
                  <a:pt x="5070117" y="845271"/>
                  <a:pt x="5023926" y="891462"/>
                  <a:pt x="5023926" y="948441"/>
                </a:cubicBezTo>
                <a:cubicBezTo>
                  <a:pt x="5023926" y="1005420"/>
                  <a:pt x="5070117" y="1051611"/>
                  <a:pt x="5127096" y="1051611"/>
                </a:cubicBezTo>
                <a:cubicBezTo>
                  <a:pt x="5184075" y="1051611"/>
                  <a:pt x="5230266" y="1005420"/>
                  <a:pt x="5230266" y="948441"/>
                </a:cubicBezTo>
                <a:cubicBezTo>
                  <a:pt x="5230266" y="891462"/>
                  <a:pt x="5184075" y="845271"/>
                  <a:pt x="5127096" y="845271"/>
                </a:cubicBezTo>
                <a:close/>
                <a:moveTo>
                  <a:pt x="4568882" y="840084"/>
                </a:moveTo>
                <a:cubicBezTo>
                  <a:pt x="4511903" y="840084"/>
                  <a:pt x="4465712" y="886275"/>
                  <a:pt x="4465712" y="943254"/>
                </a:cubicBezTo>
                <a:cubicBezTo>
                  <a:pt x="4465712" y="1000233"/>
                  <a:pt x="4511903" y="1046424"/>
                  <a:pt x="4568882" y="1046424"/>
                </a:cubicBezTo>
                <a:cubicBezTo>
                  <a:pt x="4625861" y="1046424"/>
                  <a:pt x="4672052" y="1000233"/>
                  <a:pt x="4672052" y="943254"/>
                </a:cubicBezTo>
                <a:cubicBezTo>
                  <a:pt x="4672052" y="886275"/>
                  <a:pt x="4625861" y="840084"/>
                  <a:pt x="4568882" y="840084"/>
                </a:cubicBezTo>
                <a:close/>
                <a:moveTo>
                  <a:pt x="4010668" y="834897"/>
                </a:moveTo>
                <a:cubicBezTo>
                  <a:pt x="3953689" y="834897"/>
                  <a:pt x="3907498" y="881088"/>
                  <a:pt x="3907498" y="938067"/>
                </a:cubicBezTo>
                <a:cubicBezTo>
                  <a:pt x="3907498" y="995046"/>
                  <a:pt x="3953689" y="1041237"/>
                  <a:pt x="4010668" y="1041237"/>
                </a:cubicBezTo>
                <a:cubicBezTo>
                  <a:pt x="4067647" y="1041237"/>
                  <a:pt x="4113838" y="995046"/>
                  <a:pt x="4113838" y="938067"/>
                </a:cubicBezTo>
                <a:cubicBezTo>
                  <a:pt x="4113838" y="881088"/>
                  <a:pt x="4067647" y="834897"/>
                  <a:pt x="4010668" y="834897"/>
                </a:cubicBezTo>
                <a:close/>
                <a:moveTo>
                  <a:pt x="3452454" y="829710"/>
                </a:moveTo>
                <a:cubicBezTo>
                  <a:pt x="3395475" y="829710"/>
                  <a:pt x="3349284" y="875901"/>
                  <a:pt x="3349284" y="932880"/>
                </a:cubicBezTo>
                <a:cubicBezTo>
                  <a:pt x="3349284" y="989859"/>
                  <a:pt x="3395475" y="1036050"/>
                  <a:pt x="3452454" y="1036050"/>
                </a:cubicBezTo>
                <a:cubicBezTo>
                  <a:pt x="3509433" y="1036050"/>
                  <a:pt x="3555624" y="989859"/>
                  <a:pt x="3555624" y="932880"/>
                </a:cubicBezTo>
                <a:cubicBezTo>
                  <a:pt x="3555624" y="875901"/>
                  <a:pt x="3509433" y="829710"/>
                  <a:pt x="3452454" y="829710"/>
                </a:cubicBezTo>
                <a:close/>
                <a:moveTo>
                  <a:pt x="2894240" y="824523"/>
                </a:moveTo>
                <a:cubicBezTo>
                  <a:pt x="2837261" y="824523"/>
                  <a:pt x="2791070" y="870714"/>
                  <a:pt x="2791070" y="927693"/>
                </a:cubicBezTo>
                <a:cubicBezTo>
                  <a:pt x="2791070" y="984672"/>
                  <a:pt x="2837261" y="1030863"/>
                  <a:pt x="2894240" y="1030863"/>
                </a:cubicBezTo>
                <a:cubicBezTo>
                  <a:pt x="2951219" y="1030863"/>
                  <a:pt x="2997410" y="984672"/>
                  <a:pt x="2997410" y="927693"/>
                </a:cubicBezTo>
                <a:cubicBezTo>
                  <a:pt x="2997410" y="870714"/>
                  <a:pt x="2951219" y="824523"/>
                  <a:pt x="2894240" y="824523"/>
                </a:cubicBezTo>
                <a:close/>
                <a:moveTo>
                  <a:pt x="2336026" y="819336"/>
                </a:moveTo>
                <a:cubicBezTo>
                  <a:pt x="2279047" y="819336"/>
                  <a:pt x="2232856" y="865527"/>
                  <a:pt x="2232856" y="922506"/>
                </a:cubicBezTo>
                <a:cubicBezTo>
                  <a:pt x="2232856" y="979485"/>
                  <a:pt x="2279047" y="1025676"/>
                  <a:pt x="2336026" y="1025676"/>
                </a:cubicBezTo>
                <a:cubicBezTo>
                  <a:pt x="2393005" y="1025676"/>
                  <a:pt x="2439196" y="979485"/>
                  <a:pt x="2439196" y="922506"/>
                </a:cubicBezTo>
                <a:cubicBezTo>
                  <a:pt x="2439196" y="865527"/>
                  <a:pt x="2393005" y="819336"/>
                  <a:pt x="2336026" y="819336"/>
                </a:cubicBezTo>
                <a:close/>
                <a:moveTo>
                  <a:pt x="1777812" y="814149"/>
                </a:moveTo>
                <a:cubicBezTo>
                  <a:pt x="1720833" y="814149"/>
                  <a:pt x="1674642" y="860340"/>
                  <a:pt x="1674642" y="917319"/>
                </a:cubicBezTo>
                <a:cubicBezTo>
                  <a:pt x="1674642" y="974298"/>
                  <a:pt x="1720833" y="1020489"/>
                  <a:pt x="1777812" y="1020489"/>
                </a:cubicBezTo>
                <a:cubicBezTo>
                  <a:pt x="1834791" y="1020489"/>
                  <a:pt x="1880982" y="974298"/>
                  <a:pt x="1880982" y="917319"/>
                </a:cubicBezTo>
                <a:cubicBezTo>
                  <a:pt x="1880982" y="860340"/>
                  <a:pt x="1834791" y="814149"/>
                  <a:pt x="1777812" y="814149"/>
                </a:cubicBezTo>
                <a:close/>
                <a:moveTo>
                  <a:pt x="1219598" y="808962"/>
                </a:moveTo>
                <a:cubicBezTo>
                  <a:pt x="1162619" y="808962"/>
                  <a:pt x="1116428" y="855153"/>
                  <a:pt x="1116428" y="912132"/>
                </a:cubicBezTo>
                <a:cubicBezTo>
                  <a:pt x="1116428" y="969111"/>
                  <a:pt x="1162619" y="1015302"/>
                  <a:pt x="1219598" y="1015302"/>
                </a:cubicBezTo>
                <a:cubicBezTo>
                  <a:pt x="1276577" y="1015302"/>
                  <a:pt x="1322768" y="969111"/>
                  <a:pt x="1322768" y="912132"/>
                </a:cubicBezTo>
                <a:cubicBezTo>
                  <a:pt x="1322768" y="855153"/>
                  <a:pt x="1276577" y="808962"/>
                  <a:pt x="1219598" y="808962"/>
                </a:cubicBezTo>
                <a:close/>
                <a:moveTo>
                  <a:pt x="661384" y="803775"/>
                </a:moveTo>
                <a:cubicBezTo>
                  <a:pt x="604405" y="803775"/>
                  <a:pt x="558214" y="849966"/>
                  <a:pt x="558214" y="906945"/>
                </a:cubicBezTo>
                <a:cubicBezTo>
                  <a:pt x="558214" y="963924"/>
                  <a:pt x="604405" y="1010115"/>
                  <a:pt x="661384" y="1010115"/>
                </a:cubicBezTo>
                <a:cubicBezTo>
                  <a:pt x="718363" y="1010115"/>
                  <a:pt x="764554" y="963924"/>
                  <a:pt x="764554" y="906945"/>
                </a:cubicBezTo>
                <a:cubicBezTo>
                  <a:pt x="764554" y="849966"/>
                  <a:pt x="718363" y="803775"/>
                  <a:pt x="661384" y="803775"/>
                </a:cubicBezTo>
                <a:close/>
                <a:moveTo>
                  <a:pt x="103170" y="798588"/>
                </a:moveTo>
                <a:cubicBezTo>
                  <a:pt x="46191" y="798588"/>
                  <a:pt x="0" y="844779"/>
                  <a:pt x="0" y="901758"/>
                </a:cubicBezTo>
                <a:cubicBezTo>
                  <a:pt x="0" y="958737"/>
                  <a:pt x="46191" y="1004928"/>
                  <a:pt x="103170" y="1004928"/>
                </a:cubicBezTo>
                <a:cubicBezTo>
                  <a:pt x="160149" y="1004928"/>
                  <a:pt x="206340" y="958737"/>
                  <a:pt x="206340" y="901758"/>
                </a:cubicBezTo>
                <a:cubicBezTo>
                  <a:pt x="206340" y="844779"/>
                  <a:pt x="160149" y="798588"/>
                  <a:pt x="103170" y="798588"/>
                </a:cubicBezTo>
                <a:close/>
                <a:moveTo>
                  <a:pt x="5127096" y="445977"/>
                </a:moveTo>
                <a:cubicBezTo>
                  <a:pt x="5070117" y="445977"/>
                  <a:pt x="5023926" y="492168"/>
                  <a:pt x="5023926" y="549147"/>
                </a:cubicBezTo>
                <a:cubicBezTo>
                  <a:pt x="5023926" y="606126"/>
                  <a:pt x="5070117" y="652317"/>
                  <a:pt x="5127096" y="652317"/>
                </a:cubicBezTo>
                <a:cubicBezTo>
                  <a:pt x="5184075" y="652317"/>
                  <a:pt x="5230266" y="606126"/>
                  <a:pt x="5230266" y="549147"/>
                </a:cubicBezTo>
                <a:cubicBezTo>
                  <a:pt x="5230266" y="492168"/>
                  <a:pt x="5184075" y="445977"/>
                  <a:pt x="5127096" y="445977"/>
                </a:cubicBezTo>
                <a:close/>
                <a:moveTo>
                  <a:pt x="4568882" y="440790"/>
                </a:moveTo>
                <a:cubicBezTo>
                  <a:pt x="4511903" y="440790"/>
                  <a:pt x="4465712" y="486981"/>
                  <a:pt x="4465712" y="543960"/>
                </a:cubicBezTo>
                <a:cubicBezTo>
                  <a:pt x="4465712" y="600939"/>
                  <a:pt x="4511903" y="647130"/>
                  <a:pt x="4568882" y="647130"/>
                </a:cubicBezTo>
                <a:cubicBezTo>
                  <a:pt x="4625861" y="647130"/>
                  <a:pt x="4672052" y="600939"/>
                  <a:pt x="4672052" y="543960"/>
                </a:cubicBezTo>
                <a:cubicBezTo>
                  <a:pt x="4672052" y="486981"/>
                  <a:pt x="4625861" y="440790"/>
                  <a:pt x="4568882" y="440790"/>
                </a:cubicBezTo>
                <a:close/>
                <a:moveTo>
                  <a:pt x="4010668" y="435603"/>
                </a:moveTo>
                <a:cubicBezTo>
                  <a:pt x="3953689" y="435603"/>
                  <a:pt x="3907498" y="481794"/>
                  <a:pt x="3907498" y="538773"/>
                </a:cubicBezTo>
                <a:cubicBezTo>
                  <a:pt x="3907498" y="595752"/>
                  <a:pt x="3953689" y="641943"/>
                  <a:pt x="4010668" y="641943"/>
                </a:cubicBezTo>
                <a:cubicBezTo>
                  <a:pt x="4067647" y="641943"/>
                  <a:pt x="4113838" y="595752"/>
                  <a:pt x="4113838" y="538773"/>
                </a:cubicBezTo>
                <a:cubicBezTo>
                  <a:pt x="4113838" y="481794"/>
                  <a:pt x="4067647" y="435603"/>
                  <a:pt x="4010668" y="435603"/>
                </a:cubicBezTo>
                <a:close/>
                <a:moveTo>
                  <a:pt x="3452454" y="430416"/>
                </a:moveTo>
                <a:cubicBezTo>
                  <a:pt x="3395475" y="430416"/>
                  <a:pt x="3349284" y="476607"/>
                  <a:pt x="3349284" y="533586"/>
                </a:cubicBezTo>
                <a:cubicBezTo>
                  <a:pt x="3349284" y="590565"/>
                  <a:pt x="3395475" y="636756"/>
                  <a:pt x="3452454" y="636756"/>
                </a:cubicBezTo>
                <a:cubicBezTo>
                  <a:pt x="3509433" y="636756"/>
                  <a:pt x="3555624" y="590565"/>
                  <a:pt x="3555624" y="533586"/>
                </a:cubicBezTo>
                <a:cubicBezTo>
                  <a:pt x="3555624" y="476607"/>
                  <a:pt x="3509433" y="430416"/>
                  <a:pt x="3452454" y="430416"/>
                </a:cubicBezTo>
                <a:close/>
                <a:moveTo>
                  <a:pt x="2894240" y="425229"/>
                </a:moveTo>
                <a:cubicBezTo>
                  <a:pt x="2837261" y="425229"/>
                  <a:pt x="2791070" y="471420"/>
                  <a:pt x="2791070" y="528399"/>
                </a:cubicBezTo>
                <a:cubicBezTo>
                  <a:pt x="2791070" y="585378"/>
                  <a:pt x="2837261" y="631569"/>
                  <a:pt x="2894240" y="631569"/>
                </a:cubicBezTo>
                <a:cubicBezTo>
                  <a:pt x="2951219" y="631569"/>
                  <a:pt x="2997410" y="585378"/>
                  <a:pt x="2997410" y="528399"/>
                </a:cubicBezTo>
                <a:cubicBezTo>
                  <a:pt x="2997410" y="471420"/>
                  <a:pt x="2951219" y="425229"/>
                  <a:pt x="2894240" y="425229"/>
                </a:cubicBezTo>
                <a:close/>
                <a:moveTo>
                  <a:pt x="2336026" y="420042"/>
                </a:moveTo>
                <a:cubicBezTo>
                  <a:pt x="2279047" y="420042"/>
                  <a:pt x="2232856" y="466233"/>
                  <a:pt x="2232856" y="523212"/>
                </a:cubicBezTo>
                <a:cubicBezTo>
                  <a:pt x="2232856" y="580191"/>
                  <a:pt x="2279047" y="626382"/>
                  <a:pt x="2336026" y="626382"/>
                </a:cubicBezTo>
                <a:cubicBezTo>
                  <a:pt x="2393005" y="626382"/>
                  <a:pt x="2439196" y="580191"/>
                  <a:pt x="2439196" y="523212"/>
                </a:cubicBezTo>
                <a:cubicBezTo>
                  <a:pt x="2439196" y="466233"/>
                  <a:pt x="2393005" y="420042"/>
                  <a:pt x="2336026" y="420042"/>
                </a:cubicBezTo>
                <a:close/>
                <a:moveTo>
                  <a:pt x="1777812" y="414855"/>
                </a:moveTo>
                <a:cubicBezTo>
                  <a:pt x="1720833" y="414855"/>
                  <a:pt x="1674642" y="461046"/>
                  <a:pt x="1674642" y="518025"/>
                </a:cubicBezTo>
                <a:cubicBezTo>
                  <a:pt x="1674642" y="575004"/>
                  <a:pt x="1720833" y="621195"/>
                  <a:pt x="1777812" y="621195"/>
                </a:cubicBezTo>
                <a:cubicBezTo>
                  <a:pt x="1834791" y="621195"/>
                  <a:pt x="1880982" y="575004"/>
                  <a:pt x="1880982" y="518025"/>
                </a:cubicBezTo>
                <a:cubicBezTo>
                  <a:pt x="1880982" y="461046"/>
                  <a:pt x="1834791" y="414855"/>
                  <a:pt x="1777812" y="414855"/>
                </a:cubicBezTo>
                <a:close/>
                <a:moveTo>
                  <a:pt x="1219598" y="409668"/>
                </a:moveTo>
                <a:cubicBezTo>
                  <a:pt x="1162619" y="409668"/>
                  <a:pt x="1116428" y="455859"/>
                  <a:pt x="1116428" y="512838"/>
                </a:cubicBezTo>
                <a:cubicBezTo>
                  <a:pt x="1116428" y="569817"/>
                  <a:pt x="1162619" y="616008"/>
                  <a:pt x="1219598" y="616008"/>
                </a:cubicBezTo>
                <a:cubicBezTo>
                  <a:pt x="1276577" y="616008"/>
                  <a:pt x="1322768" y="569817"/>
                  <a:pt x="1322768" y="512838"/>
                </a:cubicBezTo>
                <a:cubicBezTo>
                  <a:pt x="1322768" y="455859"/>
                  <a:pt x="1276577" y="409668"/>
                  <a:pt x="1219598" y="409668"/>
                </a:cubicBezTo>
                <a:close/>
                <a:moveTo>
                  <a:pt x="661384" y="404481"/>
                </a:moveTo>
                <a:cubicBezTo>
                  <a:pt x="604405" y="404481"/>
                  <a:pt x="558214" y="450672"/>
                  <a:pt x="558214" y="507651"/>
                </a:cubicBezTo>
                <a:cubicBezTo>
                  <a:pt x="558214" y="564630"/>
                  <a:pt x="604405" y="610821"/>
                  <a:pt x="661384" y="610821"/>
                </a:cubicBezTo>
                <a:cubicBezTo>
                  <a:pt x="718363" y="610821"/>
                  <a:pt x="764554" y="564630"/>
                  <a:pt x="764554" y="507651"/>
                </a:cubicBezTo>
                <a:cubicBezTo>
                  <a:pt x="764554" y="450672"/>
                  <a:pt x="718363" y="404481"/>
                  <a:pt x="661384" y="404481"/>
                </a:cubicBezTo>
                <a:close/>
                <a:moveTo>
                  <a:pt x="103170" y="399294"/>
                </a:moveTo>
                <a:cubicBezTo>
                  <a:pt x="46191" y="399294"/>
                  <a:pt x="0" y="445485"/>
                  <a:pt x="0" y="502464"/>
                </a:cubicBezTo>
                <a:cubicBezTo>
                  <a:pt x="0" y="559443"/>
                  <a:pt x="46191" y="605634"/>
                  <a:pt x="103170" y="605634"/>
                </a:cubicBezTo>
                <a:cubicBezTo>
                  <a:pt x="160149" y="605634"/>
                  <a:pt x="206340" y="559443"/>
                  <a:pt x="206340" y="502464"/>
                </a:cubicBezTo>
                <a:cubicBezTo>
                  <a:pt x="206340" y="445485"/>
                  <a:pt x="160149" y="399294"/>
                  <a:pt x="103170" y="399294"/>
                </a:cubicBezTo>
                <a:close/>
                <a:moveTo>
                  <a:pt x="5127096" y="46683"/>
                </a:moveTo>
                <a:cubicBezTo>
                  <a:pt x="5070117" y="46683"/>
                  <a:pt x="5023926" y="92874"/>
                  <a:pt x="5023926" y="149853"/>
                </a:cubicBezTo>
                <a:cubicBezTo>
                  <a:pt x="5023926" y="206832"/>
                  <a:pt x="5070117" y="253023"/>
                  <a:pt x="5127096" y="253023"/>
                </a:cubicBezTo>
                <a:cubicBezTo>
                  <a:pt x="5184075" y="253023"/>
                  <a:pt x="5230266" y="206832"/>
                  <a:pt x="5230266" y="149853"/>
                </a:cubicBezTo>
                <a:cubicBezTo>
                  <a:pt x="5230266" y="92874"/>
                  <a:pt x="5184075" y="46683"/>
                  <a:pt x="5127096" y="46683"/>
                </a:cubicBezTo>
                <a:close/>
                <a:moveTo>
                  <a:pt x="4568882" y="41496"/>
                </a:moveTo>
                <a:cubicBezTo>
                  <a:pt x="4511903" y="41496"/>
                  <a:pt x="4465712" y="87687"/>
                  <a:pt x="4465712" y="144666"/>
                </a:cubicBezTo>
                <a:cubicBezTo>
                  <a:pt x="4465712" y="201645"/>
                  <a:pt x="4511903" y="247836"/>
                  <a:pt x="4568882" y="247836"/>
                </a:cubicBezTo>
                <a:cubicBezTo>
                  <a:pt x="4625861" y="247836"/>
                  <a:pt x="4672052" y="201645"/>
                  <a:pt x="4672052" y="144666"/>
                </a:cubicBezTo>
                <a:cubicBezTo>
                  <a:pt x="4672052" y="87687"/>
                  <a:pt x="4625861" y="41496"/>
                  <a:pt x="4568882" y="41496"/>
                </a:cubicBezTo>
                <a:close/>
                <a:moveTo>
                  <a:pt x="4010668" y="36309"/>
                </a:moveTo>
                <a:cubicBezTo>
                  <a:pt x="3953689" y="36309"/>
                  <a:pt x="3907498" y="82500"/>
                  <a:pt x="3907498" y="139479"/>
                </a:cubicBezTo>
                <a:cubicBezTo>
                  <a:pt x="3907498" y="196458"/>
                  <a:pt x="3953689" y="242649"/>
                  <a:pt x="4010668" y="242649"/>
                </a:cubicBezTo>
                <a:cubicBezTo>
                  <a:pt x="4067647" y="242649"/>
                  <a:pt x="4113838" y="196458"/>
                  <a:pt x="4113838" y="139479"/>
                </a:cubicBezTo>
                <a:cubicBezTo>
                  <a:pt x="4113838" y="82500"/>
                  <a:pt x="4067647" y="36309"/>
                  <a:pt x="4010668" y="36309"/>
                </a:cubicBezTo>
                <a:close/>
                <a:moveTo>
                  <a:pt x="3452454" y="31122"/>
                </a:moveTo>
                <a:cubicBezTo>
                  <a:pt x="3395475" y="31122"/>
                  <a:pt x="3349284" y="77313"/>
                  <a:pt x="3349284" y="134292"/>
                </a:cubicBezTo>
                <a:cubicBezTo>
                  <a:pt x="3349284" y="191271"/>
                  <a:pt x="3395475" y="237462"/>
                  <a:pt x="3452454" y="237462"/>
                </a:cubicBezTo>
                <a:cubicBezTo>
                  <a:pt x="3509433" y="237462"/>
                  <a:pt x="3555624" y="191271"/>
                  <a:pt x="3555624" y="134292"/>
                </a:cubicBezTo>
                <a:cubicBezTo>
                  <a:pt x="3555624" y="77313"/>
                  <a:pt x="3509433" y="31122"/>
                  <a:pt x="3452454" y="31122"/>
                </a:cubicBezTo>
                <a:close/>
                <a:moveTo>
                  <a:pt x="2894240" y="25935"/>
                </a:moveTo>
                <a:cubicBezTo>
                  <a:pt x="2837261" y="25935"/>
                  <a:pt x="2791070" y="72126"/>
                  <a:pt x="2791070" y="129105"/>
                </a:cubicBezTo>
                <a:cubicBezTo>
                  <a:pt x="2791070" y="186084"/>
                  <a:pt x="2837261" y="232275"/>
                  <a:pt x="2894240" y="232275"/>
                </a:cubicBezTo>
                <a:cubicBezTo>
                  <a:pt x="2951219" y="232275"/>
                  <a:pt x="2997410" y="186084"/>
                  <a:pt x="2997410" y="129105"/>
                </a:cubicBezTo>
                <a:cubicBezTo>
                  <a:pt x="2997410" y="72126"/>
                  <a:pt x="2951219" y="25935"/>
                  <a:pt x="2894240" y="25935"/>
                </a:cubicBezTo>
                <a:close/>
                <a:moveTo>
                  <a:pt x="2336026" y="20748"/>
                </a:moveTo>
                <a:cubicBezTo>
                  <a:pt x="2279047" y="20748"/>
                  <a:pt x="2232856" y="66939"/>
                  <a:pt x="2232856" y="123918"/>
                </a:cubicBezTo>
                <a:cubicBezTo>
                  <a:pt x="2232856" y="180897"/>
                  <a:pt x="2279047" y="227088"/>
                  <a:pt x="2336026" y="227088"/>
                </a:cubicBezTo>
                <a:cubicBezTo>
                  <a:pt x="2393005" y="227088"/>
                  <a:pt x="2439196" y="180897"/>
                  <a:pt x="2439196" y="123918"/>
                </a:cubicBezTo>
                <a:cubicBezTo>
                  <a:pt x="2439196" y="66939"/>
                  <a:pt x="2393005" y="20748"/>
                  <a:pt x="2336026" y="20748"/>
                </a:cubicBezTo>
                <a:close/>
                <a:moveTo>
                  <a:pt x="1777812" y="15561"/>
                </a:moveTo>
                <a:cubicBezTo>
                  <a:pt x="1720833" y="15561"/>
                  <a:pt x="1674642" y="61752"/>
                  <a:pt x="1674642" y="118731"/>
                </a:cubicBezTo>
                <a:cubicBezTo>
                  <a:pt x="1674642" y="175710"/>
                  <a:pt x="1720833" y="221901"/>
                  <a:pt x="1777812" y="221901"/>
                </a:cubicBezTo>
                <a:cubicBezTo>
                  <a:pt x="1834791" y="221901"/>
                  <a:pt x="1880982" y="175710"/>
                  <a:pt x="1880982" y="118731"/>
                </a:cubicBezTo>
                <a:cubicBezTo>
                  <a:pt x="1880982" y="61752"/>
                  <a:pt x="1834791" y="15561"/>
                  <a:pt x="1777812" y="15561"/>
                </a:cubicBezTo>
                <a:close/>
                <a:moveTo>
                  <a:pt x="1219598" y="10374"/>
                </a:moveTo>
                <a:cubicBezTo>
                  <a:pt x="1162619" y="10374"/>
                  <a:pt x="1116428" y="56565"/>
                  <a:pt x="1116428" y="113544"/>
                </a:cubicBezTo>
                <a:cubicBezTo>
                  <a:pt x="1116428" y="170523"/>
                  <a:pt x="1162619" y="216714"/>
                  <a:pt x="1219598" y="216714"/>
                </a:cubicBezTo>
                <a:cubicBezTo>
                  <a:pt x="1276577" y="216714"/>
                  <a:pt x="1322768" y="170523"/>
                  <a:pt x="1322768" y="113544"/>
                </a:cubicBezTo>
                <a:cubicBezTo>
                  <a:pt x="1322768" y="56565"/>
                  <a:pt x="1276577" y="10374"/>
                  <a:pt x="1219598" y="10374"/>
                </a:cubicBezTo>
                <a:close/>
                <a:moveTo>
                  <a:pt x="661384" y="5187"/>
                </a:moveTo>
                <a:cubicBezTo>
                  <a:pt x="604405" y="5187"/>
                  <a:pt x="558214" y="51378"/>
                  <a:pt x="558214" y="108357"/>
                </a:cubicBezTo>
                <a:cubicBezTo>
                  <a:pt x="558214" y="165336"/>
                  <a:pt x="604405" y="211527"/>
                  <a:pt x="661384" y="211527"/>
                </a:cubicBezTo>
                <a:cubicBezTo>
                  <a:pt x="718363" y="211527"/>
                  <a:pt x="764554" y="165336"/>
                  <a:pt x="764554" y="108357"/>
                </a:cubicBezTo>
                <a:cubicBezTo>
                  <a:pt x="764554" y="51378"/>
                  <a:pt x="718363" y="5187"/>
                  <a:pt x="661384" y="5187"/>
                </a:cubicBezTo>
                <a:close/>
                <a:moveTo>
                  <a:pt x="103170" y="0"/>
                </a:moveTo>
                <a:cubicBezTo>
                  <a:pt x="46191" y="0"/>
                  <a:pt x="0" y="46191"/>
                  <a:pt x="0" y="103170"/>
                </a:cubicBezTo>
                <a:cubicBezTo>
                  <a:pt x="0" y="160149"/>
                  <a:pt x="46191" y="206340"/>
                  <a:pt x="103170" y="206340"/>
                </a:cubicBezTo>
                <a:cubicBezTo>
                  <a:pt x="160149" y="206340"/>
                  <a:pt x="206340" y="160149"/>
                  <a:pt x="206340" y="103170"/>
                </a:cubicBezTo>
                <a:cubicBezTo>
                  <a:pt x="206340" y="46191"/>
                  <a:pt x="160149" y="0"/>
                  <a:pt x="10317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804465"/>
            <a:ext cx="10515000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buNone/>
              <a:defRPr sz="6000">
                <a:solidFill>
                  <a:srgbClr val="FFFFFF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2748465"/>
            <a:ext cx="10515000" cy="972000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/>
        </p:txBody>
      </p:sp>
      <p:sp>
        <p:nvSpPr>
          <p:cNvPr id="24" name="署名占位符 10"/>
          <p:cNvSpPr>
            <a:spLocks noGrp="1"/>
          </p:cNvSpPr>
          <p:nvPr>
            <p:ph type="body" idx="17" hasCustomPrompt="1"/>
          </p:nvPr>
        </p:nvSpPr>
        <p:spPr>
          <a:xfrm>
            <a:off x="4655547" y="6126930"/>
            <a:ext cx="288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署名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chemeClr val="accent1">
                  <a:lumMod val="74000"/>
                  <a:lumOff val="26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49" name="任意多边形: 形状 48"/>
          <p:cNvSpPr>
            <a:spLocks noGrp="1"/>
          </p:cNvSpPr>
          <p:nvPr/>
        </p:nvSpPr>
        <p:spPr>
          <a:xfrm>
            <a:off x="1200" y="4835525"/>
            <a:ext cx="12189600" cy="2022475"/>
          </a:xfrm>
          <a:custGeom>
            <a:avLst/>
            <a:gdLst>
              <a:gd name="connsiteX0" fmla="*/ 9693979 w 12215165"/>
              <a:gd name="connsiteY0" fmla="*/ 198 h 2022542"/>
              <a:gd name="connsiteX1" fmla="*/ 12052300 w 12215165"/>
              <a:gd name="connsiteY1" fmla="*/ 607602 h 2022542"/>
              <a:gd name="connsiteX2" fmla="*/ 12152611 w 12215165"/>
              <a:gd name="connsiteY2" fmla="*/ 602950 h 2022542"/>
              <a:gd name="connsiteX3" fmla="*/ 12215165 w 12215165"/>
              <a:gd name="connsiteY3" fmla="*/ 590977 h 2022542"/>
              <a:gd name="connsiteX4" fmla="*/ 12215165 w 12215165"/>
              <a:gd name="connsiteY4" fmla="*/ 2022542 h 2022542"/>
              <a:gd name="connsiteX5" fmla="*/ 0 w 12215165"/>
              <a:gd name="connsiteY5" fmla="*/ 2022542 h 2022542"/>
              <a:gd name="connsiteX6" fmla="*/ 0 w 12215165"/>
              <a:gd name="connsiteY6" fmla="*/ 520267 h 2022542"/>
              <a:gd name="connsiteX7" fmla="*/ 77127 w 12215165"/>
              <a:gd name="connsiteY7" fmla="*/ 499165 h 2022542"/>
              <a:gd name="connsiteX8" fmla="*/ 2946401 w 12215165"/>
              <a:gd name="connsiteY8" fmla="*/ 195122 h 2022542"/>
              <a:gd name="connsiteX9" fmla="*/ 6210302 w 12215165"/>
              <a:gd name="connsiteY9" fmla="*/ 1042380 h 2022542"/>
              <a:gd name="connsiteX10" fmla="*/ 9512300 w 12215165"/>
              <a:gd name="connsiteY10" fmla="*/ 5603 h 2022542"/>
              <a:gd name="connsiteX11" fmla="*/ 9693979 w 12215165"/>
              <a:gd name="connsiteY11" fmla="*/ 198 h 2022542"/>
            </a:gdLst>
            <a:ahLst/>
            <a:cxnLst/>
            <a:rect l="l" t="t" r="r" b="b"/>
            <a:pathLst>
              <a:path w="12215165" h="2022542">
                <a:moveTo>
                  <a:pt x="9693979" y="198"/>
                </a:moveTo>
                <a:cubicBezTo>
                  <a:pt x="10597753" y="12419"/>
                  <a:pt x="11429207" y="588443"/>
                  <a:pt x="12052300" y="607602"/>
                </a:cubicBezTo>
                <a:cubicBezTo>
                  <a:pt x="12086051" y="608641"/>
                  <a:pt x="12119496" y="606977"/>
                  <a:pt x="12152611" y="602950"/>
                </a:cubicBezTo>
                <a:lnTo>
                  <a:pt x="12215165" y="590977"/>
                </a:lnTo>
                <a:lnTo>
                  <a:pt x="12215165" y="2022542"/>
                </a:lnTo>
                <a:lnTo>
                  <a:pt x="0" y="2022542"/>
                </a:lnTo>
                <a:lnTo>
                  <a:pt x="0" y="520267"/>
                </a:lnTo>
                <a:lnTo>
                  <a:pt x="77127" y="499165"/>
                </a:lnTo>
                <a:cubicBezTo>
                  <a:pt x="980778" y="270807"/>
                  <a:pt x="2125663" y="178515"/>
                  <a:pt x="2946401" y="195122"/>
                </a:cubicBezTo>
                <a:cubicBezTo>
                  <a:pt x="4140201" y="219276"/>
                  <a:pt x="5115985" y="1073966"/>
                  <a:pt x="6210302" y="1042380"/>
                </a:cubicBezTo>
                <a:cubicBezTo>
                  <a:pt x="7304618" y="1010794"/>
                  <a:pt x="8538633" y="78066"/>
                  <a:pt x="9512300" y="5603"/>
                </a:cubicBezTo>
                <a:cubicBezTo>
                  <a:pt x="9573154" y="1075"/>
                  <a:pt x="9633727" y="-617"/>
                  <a:pt x="9693979" y="198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47" name="任意多边形: 形状 46"/>
          <p:cNvSpPr>
            <a:spLocks noGrp="1"/>
          </p:cNvSpPr>
          <p:nvPr/>
        </p:nvSpPr>
        <p:spPr>
          <a:xfrm>
            <a:off x="1200" y="5168351"/>
            <a:ext cx="12189600" cy="1689649"/>
          </a:xfrm>
          <a:custGeom>
            <a:avLst/>
            <a:gdLst>
              <a:gd name="connsiteX0" fmla="*/ 4553579 w 12215165"/>
              <a:gd name="connsiteY0" fmla="*/ 280 h 1689649"/>
              <a:gd name="connsiteX1" fmla="*/ 7815715 w 12215165"/>
              <a:gd name="connsiteY1" fmla="*/ 1045028 h 1689649"/>
              <a:gd name="connsiteX2" fmla="*/ 11723571 w 12215165"/>
              <a:gd name="connsiteY2" fmla="*/ 55293 h 1689649"/>
              <a:gd name="connsiteX3" fmla="*/ 12118056 w 12215165"/>
              <a:gd name="connsiteY3" fmla="*/ 76999 h 1689649"/>
              <a:gd name="connsiteX4" fmla="*/ 12215165 w 12215165"/>
              <a:gd name="connsiteY4" fmla="*/ 90944 h 1689649"/>
              <a:gd name="connsiteX5" fmla="*/ 12215165 w 12215165"/>
              <a:gd name="connsiteY5" fmla="*/ 1689649 h 1689649"/>
              <a:gd name="connsiteX6" fmla="*/ 0 w 12215165"/>
              <a:gd name="connsiteY6" fmla="*/ 1689649 h 1689649"/>
              <a:gd name="connsiteX7" fmla="*/ 0 w 12215165"/>
              <a:gd name="connsiteY7" fmla="*/ 1178341 h 1689649"/>
              <a:gd name="connsiteX8" fmla="*/ 28519 w 12215165"/>
              <a:gd name="connsiteY8" fmla="*/ 1165927 h 1689649"/>
              <a:gd name="connsiteX9" fmla="*/ 4427622 w 12215165"/>
              <a:gd name="connsiteY9" fmla="*/ 1587 h 1689649"/>
              <a:gd name="connsiteX10" fmla="*/ 4553579 w 12215165"/>
              <a:gd name="connsiteY10" fmla="*/ 280 h 1689649"/>
            </a:gdLst>
            <a:ahLst/>
            <a:cxnLst/>
            <a:rect l="l" t="t" r="r" b="b"/>
            <a:pathLst>
              <a:path w="12215165" h="1689649">
                <a:moveTo>
                  <a:pt x="4553579" y="280"/>
                </a:moveTo>
                <a:cubicBezTo>
                  <a:pt x="5839121" y="19639"/>
                  <a:pt x="6637722" y="1036357"/>
                  <a:pt x="7815715" y="1045028"/>
                </a:cubicBezTo>
                <a:cubicBezTo>
                  <a:pt x="9031706" y="1053978"/>
                  <a:pt x="10671209" y="64244"/>
                  <a:pt x="11723571" y="55293"/>
                </a:cubicBezTo>
                <a:cubicBezTo>
                  <a:pt x="11855116" y="54175"/>
                  <a:pt x="11987163" y="61887"/>
                  <a:pt x="12118056" y="76999"/>
                </a:cubicBezTo>
                <a:lnTo>
                  <a:pt x="12215165" y="90944"/>
                </a:lnTo>
                <a:lnTo>
                  <a:pt x="12215165" y="1689649"/>
                </a:lnTo>
                <a:lnTo>
                  <a:pt x="0" y="1689649"/>
                </a:lnTo>
                <a:lnTo>
                  <a:pt x="0" y="1178341"/>
                </a:lnTo>
                <a:lnTo>
                  <a:pt x="28519" y="1165927"/>
                </a:lnTo>
                <a:cubicBezTo>
                  <a:pt x="1076677" y="726905"/>
                  <a:pt x="3237298" y="44105"/>
                  <a:pt x="4427622" y="1587"/>
                </a:cubicBezTo>
                <a:cubicBezTo>
                  <a:pt x="4470135" y="69"/>
                  <a:pt x="4512110" y="-345"/>
                  <a:pt x="4553579" y="280"/>
                </a:cubicBezTo>
                <a:close/>
              </a:path>
            </a:pathLst>
          </a:custGeom>
          <a:solidFill>
            <a:srgbClr val="FFFFFF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 rot="21225056">
            <a:off x="11327390" y="4240311"/>
            <a:ext cx="554725" cy="554725"/>
          </a:xfrm>
          <a:prstGeom prst="ellipse">
            <a:avLst/>
          </a:prstGeom>
          <a:gradFill rotWithShape="1">
            <a:gsLst>
              <a:gs pos="29000">
                <a:schemeClr val="accent1">
                  <a:lumMod val="30000"/>
                  <a:lumOff val="7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45" name="任意多边形: 形状 44"/>
          <p:cNvSpPr>
            <a:spLocks noGrp="1"/>
          </p:cNvSpPr>
          <p:nvPr/>
        </p:nvSpPr>
        <p:spPr>
          <a:xfrm>
            <a:off x="1200" y="4727093"/>
            <a:ext cx="12189600" cy="2130907"/>
          </a:xfrm>
          <a:custGeom>
            <a:avLst/>
            <a:gdLst>
              <a:gd name="connsiteX0" fmla="*/ 12193200 w 12193200"/>
              <a:gd name="connsiteY0" fmla="*/ 0 h 2130907"/>
              <a:gd name="connsiteX1" fmla="*/ 12193200 w 12193200"/>
              <a:gd name="connsiteY1" fmla="*/ 2130907 h 2130907"/>
              <a:gd name="connsiteX2" fmla="*/ 0 w 12193200"/>
              <a:gd name="connsiteY2" fmla="*/ 2130907 h 2130907"/>
              <a:gd name="connsiteX3" fmla="*/ 0 w 12193200"/>
              <a:gd name="connsiteY3" fmla="*/ 483533 h 2130907"/>
              <a:gd name="connsiteX4" fmla="*/ 3888885 w 12193200"/>
              <a:gd name="connsiteY4" fmla="*/ 1836455 h 2130907"/>
              <a:gd name="connsiteX5" fmla="*/ 8965802 w 12193200"/>
              <a:gd name="connsiteY5" fmla="*/ 900887 h 2130907"/>
              <a:gd name="connsiteX6" fmla="*/ 12193200 w 12193200"/>
              <a:gd name="connsiteY6" fmla="*/ 0 h 2130907"/>
            </a:gdLst>
            <a:ahLst/>
            <a:cxnLst/>
            <a:rect l="l" t="t" r="r" b="b"/>
            <a:pathLst>
              <a:path w="12193200" h="2130907">
                <a:moveTo>
                  <a:pt x="12193200" y="0"/>
                </a:moveTo>
                <a:lnTo>
                  <a:pt x="12193200" y="2130907"/>
                </a:lnTo>
                <a:lnTo>
                  <a:pt x="0" y="2130907"/>
                </a:lnTo>
                <a:lnTo>
                  <a:pt x="0" y="483533"/>
                </a:lnTo>
                <a:cubicBezTo>
                  <a:pt x="690361" y="966317"/>
                  <a:pt x="2436799" y="1762663"/>
                  <a:pt x="3888885" y="1836455"/>
                </a:cubicBezTo>
                <a:cubicBezTo>
                  <a:pt x="5340973" y="1910247"/>
                  <a:pt x="7277815" y="1613362"/>
                  <a:pt x="8965802" y="900887"/>
                </a:cubicBezTo>
                <a:cubicBezTo>
                  <a:pt x="10653790" y="188412"/>
                  <a:pt x="10994663" y="107429"/>
                  <a:pt x="12193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dir="16200000" rotWithShape="0">
              <a:srgbClr val="1774F1">
                <a:alpha val="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9790898" y="5347697"/>
            <a:ext cx="1143000" cy="1143000"/>
          </a:xfrm>
          <a:prstGeom prst="ellipse">
            <a:avLst/>
          </a:prstGeom>
          <a:pattFill prst="pct5">
            <a:fgClr>
              <a:schemeClr val="accent1"/>
            </a:fgClr>
            <a:bgClr>
              <a:srgbClr val="FFFFF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9976796" y="5347697"/>
            <a:ext cx="1143000" cy="1143000"/>
          </a:xfrm>
          <a:prstGeom prst="ellipse">
            <a:avLst/>
          </a:prstGeom>
          <a:gradFill rotWithShape="1">
            <a:gsLst>
              <a:gs pos="29000">
                <a:schemeClr val="accent1">
                  <a:lumMod val="30000"/>
                  <a:lumOff val="70000"/>
                </a:schemeClr>
              </a:gs>
              <a:gs pos="100000">
                <a:schemeClr val="accent1">
                  <a:lumMod val="95000"/>
                  <a:lumOff val="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 rot="3176220">
            <a:off x="530101" y="4757457"/>
            <a:ext cx="607078" cy="607078"/>
          </a:xfrm>
          <a:prstGeom prst="ellipse">
            <a:avLst/>
          </a:prstGeom>
          <a:gradFill rotWithShape="1">
            <a:gsLst>
              <a:gs pos="29000">
                <a:schemeClr val="accent1">
                  <a:lumMod val="30000"/>
                  <a:lumOff val="7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1803239" y="6070537"/>
            <a:ext cx="238188" cy="238188"/>
          </a:xfrm>
          <a:prstGeom prst="ellipse">
            <a:avLst/>
          </a:prstGeom>
          <a:gradFill rotWithShape="1">
            <a:gsLst>
              <a:gs pos="30000">
                <a:srgbClr val="193BC5"/>
              </a:gs>
              <a:gs pos="67000">
                <a:srgbClr val="63E6E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397749"/>
            <a:ext cx="10515600" cy="2608104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buNone/>
              <a:defRPr sz="6600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49782" y="3122923"/>
            <a:ext cx="10515600" cy="945132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/>
        </p:txBody>
      </p:sp>
      <p:sp>
        <p:nvSpPr>
          <p:cNvPr id="24" name="署名占位符 10"/>
          <p:cNvSpPr>
            <a:spLocks noGrp="1"/>
          </p:cNvSpPr>
          <p:nvPr>
            <p:ph type="body" idx="17" hasCustomPrompt="1"/>
          </p:nvPr>
        </p:nvSpPr>
        <p:spPr>
          <a:xfrm>
            <a:off x="4656000" y="4106023"/>
            <a:ext cx="2880000" cy="504000"/>
          </a:xfrm>
          <a:prstGeom prst="roundRect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>
            <a:pPr lvl="0">
              <a:buNone/>
            </a:pPr>
            <a:r>
              <a:t>署名</a:t>
            </a: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392016" y="532039"/>
            <a:ext cx="238188" cy="238188"/>
          </a:xfrm>
          <a:prstGeom prst="ellipse">
            <a:avLst/>
          </a:prstGeom>
          <a:gradFill rotWithShape="1">
            <a:gsLst>
              <a:gs pos="30000">
                <a:srgbClr val="193BC5"/>
              </a:gs>
              <a:gs pos="67000">
                <a:srgbClr val="63E6E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/>
      <p:sp>
        <p:nvSpPr>
          <p:cNvPr id="38" name="任意多边形: 形状 37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215165"/>
              <a:gd name="connsiteY0" fmla="*/ 0 h 6858000"/>
              <a:gd name="connsiteX1" fmla="*/ 12215165 w 12215165"/>
              <a:gd name="connsiteY1" fmla="*/ 0 h 6858000"/>
              <a:gd name="connsiteX2" fmla="*/ 12215165 w 12215165"/>
              <a:gd name="connsiteY2" fmla="*/ 6858000 h 6858000"/>
              <a:gd name="connsiteX3" fmla="*/ 0 w 12215165"/>
              <a:gd name="connsiteY3" fmla="*/ 6858000 h 6858000"/>
            </a:gdLst>
            <a:ahLst/>
            <a:cxnLst/>
            <a:rect l="l" t="t" r="r" b="b"/>
            <a:pathLst>
              <a:path w="12215165" h="6858000">
                <a:moveTo>
                  <a:pt x="0" y="0"/>
                </a:moveTo>
                <a:lnTo>
                  <a:pt x="12215165" y="0"/>
                </a:lnTo>
                <a:lnTo>
                  <a:pt x="12215165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74000"/>
                  <a:lumOff val="26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4" name="任意多边形: 形状 3"/>
          <p:cNvSpPr>
            <a:spLocks noGrp="1"/>
          </p:cNvSpPr>
          <p:nvPr/>
        </p:nvSpPr>
        <p:spPr>
          <a:xfrm flipV="1">
            <a:off x="0" y="0"/>
            <a:ext cx="2957695" cy="6858000"/>
          </a:xfrm>
          <a:custGeom>
            <a:avLst/>
            <a:gdLst>
              <a:gd name="connsiteX0" fmla="*/ 0 w 4657"/>
              <a:gd name="connsiteY0" fmla="*/ 0 h 10800"/>
              <a:gd name="connsiteX1" fmla="*/ 3918 w 4657"/>
              <a:gd name="connsiteY1" fmla="*/ 0 h 10800"/>
              <a:gd name="connsiteX2" fmla="*/ 3901 w 4657"/>
              <a:gd name="connsiteY2" fmla="*/ 26 h 10800"/>
              <a:gd name="connsiteX3" fmla="*/ 3787 w 4657"/>
              <a:gd name="connsiteY3" fmla="*/ 515 h 10800"/>
              <a:gd name="connsiteX4" fmla="*/ 4654 w 4657"/>
              <a:gd name="connsiteY4" fmla="*/ 4236 h 10800"/>
              <a:gd name="connsiteX5" fmla="*/ 2989 w 4657"/>
              <a:gd name="connsiteY5" fmla="*/ 9336 h 10800"/>
              <a:gd name="connsiteX6" fmla="*/ 3474 w 4657"/>
              <a:gd name="connsiteY6" fmla="*/ 10741 h 10800"/>
              <a:gd name="connsiteX7" fmla="*/ 3484 w 4657"/>
              <a:gd name="connsiteY7" fmla="*/ 10800 h 10800"/>
              <a:gd name="connsiteX8" fmla="*/ 0 w 4657"/>
              <a:gd name="connsiteY8" fmla="*/ 10800 h 10800"/>
              <a:gd name="connsiteX9" fmla="*/ 0 w 4657"/>
              <a:gd name="connsiteY9" fmla="*/ 0 h 10800"/>
            </a:gdLst>
            <a:ahLst/>
            <a:cxnLst/>
            <a:rect l="l" t="t" r="r" b="b"/>
            <a:pathLst>
              <a:path w="4658" h="10800">
                <a:moveTo>
                  <a:pt x="0" y="0"/>
                </a:moveTo>
                <a:lnTo>
                  <a:pt x="3918" y="0"/>
                </a:lnTo>
                <a:lnTo>
                  <a:pt x="3901" y="26"/>
                </a:lnTo>
                <a:cubicBezTo>
                  <a:pt x="3815" y="179"/>
                  <a:pt x="3767" y="342"/>
                  <a:pt x="3787" y="515"/>
                </a:cubicBezTo>
                <a:cubicBezTo>
                  <a:pt x="3899" y="1437"/>
                  <a:pt x="4564" y="2211"/>
                  <a:pt x="4654" y="4236"/>
                </a:cubicBezTo>
                <a:cubicBezTo>
                  <a:pt x="4750" y="6409"/>
                  <a:pt x="2989" y="7401"/>
                  <a:pt x="2989" y="9336"/>
                </a:cubicBezTo>
                <a:cubicBezTo>
                  <a:pt x="2989" y="9921"/>
                  <a:pt x="3409" y="10358"/>
                  <a:pt x="3474" y="10741"/>
                </a:cubicBezTo>
                <a:lnTo>
                  <a:pt x="3484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2623825" y="3632579"/>
            <a:ext cx="512478" cy="512478"/>
          </a:xfrm>
          <a:prstGeom prst="ellipse">
            <a:avLst/>
          </a:prstGeom>
          <a:gradFill rotWithShape="1">
            <a:gsLst>
              <a:gs pos="30000">
                <a:srgbClr val="193BC5"/>
              </a:gs>
              <a:gs pos="67000">
                <a:srgbClr val="63E6E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 rot="19481952">
            <a:off x="3363911" y="722846"/>
            <a:ext cx="381003" cy="381003"/>
          </a:xfrm>
          <a:prstGeom prst="ellipse">
            <a:avLst/>
          </a:prstGeom>
          <a:gradFill rotWithShape="1">
            <a:gsLst>
              <a:gs pos="29000">
                <a:schemeClr val="accent1">
                  <a:lumMod val="30000"/>
                  <a:lumOff val="7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6" name="任意多边形: 形状 35"/>
          <p:cNvSpPr>
            <a:spLocks noGrp="1"/>
          </p:cNvSpPr>
          <p:nvPr/>
        </p:nvSpPr>
        <p:spPr>
          <a:xfrm>
            <a:off x="0" y="0"/>
            <a:ext cx="2836545" cy="6858000"/>
          </a:xfrm>
          <a:custGeom>
            <a:avLst/>
            <a:gdLst>
              <a:gd name="connsiteX0" fmla="*/ 0 w 2836400"/>
              <a:gd name="connsiteY0" fmla="*/ 0 h 6883968"/>
              <a:gd name="connsiteX1" fmla="*/ 1703217 w 2836400"/>
              <a:gd name="connsiteY1" fmla="*/ 635 h 6883968"/>
              <a:gd name="connsiteX2" fmla="*/ 1785775 w 2836400"/>
              <a:gd name="connsiteY2" fmla="*/ 299720 h 6883968"/>
              <a:gd name="connsiteX3" fmla="*/ 2588484 w 2836400"/>
              <a:gd name="connsiteY3" fmla="*/ 1852930 h 6883968"/>
              <a:gd name="connsiteX4" fmla="*/ 1639712 w 2836400"/>
              <a:gd name="connsiteY4" fmla="*/ 4115435 h 6883968"/>
              <a:gd name="connsiteX5" fmla="*/ 2833615 w 2836400"/>
              <a:gd name="connsiteY5" fmla="*/ 6045835 h 6883968"/>
              <a:gd name="connsiteX6" fmla="*/ 2420403 w 2836400"/>
              <a:gd name="connsiteY6" fmla="*/ 6847453 h 6883968"/>
              <a:gd name="connsiteX7" fmla="*/ 2380930 w 2836400"/>
              <a:gd name="connsiteY7" fmla="*/ 6883968 h 6883968"/>
              <a:gd name="connsiteX8" fmla="*/ 0 w 2836400"/>
              <a:gd name="connsiteY8" fmla="*/ 6883968 h 6883968"/>
            </a:gdLst>
            <a:ahLst/>
            <a:cxnLst/>
            <a:rect l="l" t="t" r="r" b="b"/>
            <a:pathLst>
              <a:path w="2836400" h="6883968">
                <a:moveTo>
                  <a:pt x="0" y="0"/>
                </a:moveTo>
                <a:lnTo>
                  <a:pt x="1703217" y="635"/>
                </a:lnTo>
                <a:cubicBezTo>
                  <a:pt x="1685436" y="85090"/>
                  <a:pt x="1684166" y="186690"/>
                  <a:pt x="1785775" y="299720"/>
                </a:cubicBezTo>
                <a:cubicBezTo>
                  <a:pt x="2129339" y="681990"/>
                  <a:pt x="2599280" y="1014095"/>
                  <a:pt x="2588484" y="1852930"/>
                </a:cubicBezTo>
                <a:cubicBezTo>
                  <a:pt x="2573878" y="2964815"/>
                  <a:pt x="1487299" y="3284855"/>
                  <a:pt x="1639712" y="4115435"/>
                </a:cubicBezTo>
                <a:cubicBezTo>
                  <a:pt x="1792125" y="4945380"/>
                  <a:pt x="2899026" y="4979670"/>
                  <a:pt x="2833615" y="6045835"/>
                </a:cubicBezTo>
                <a:cubicBezTo>
                  <a:pt x="2808848" y="6446362"/>
                  <a:pt x="2583681" y="6693297"/>
                  <a:pt x="2420403" y="6847453"/>
                </a:cubicBezTo>
                <a:lnTo>
                  <a:pt x="2380930" y="6883968"/>
                </a:lnTo>
                <a:lnTo>
                  <a:pt x="0" y="68839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dir="16200000" rotWithShape="0">
              <a:srgbClr val="1774F1">
                <a:alpha val="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 rot="19481952">
            <a:off x="721832" y="5565058"/>
            <a:ext cx="768828" cy="768828"/>
          </a:xfrm>
          <a:prstGeom prst="ellipse">
            <a:avLst/>
          </a:prstGeom>
          <a:pattFill prst="pct5">
            <a:fgClr>
              <a:schemeClr val="accent1"/>
            </a:fgClr>
            <a:bgClr>
              <a:srgbClr val="FFFFF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 rot="19481952">
            <a:off x="823883" y="5492800"/>
            <a:ext cx="768828" cy="768828"/>
          </a:xfrm>
          <a:prstGeom prst="ellipse">
            <a:avLst/>
          </a:prstGeom>
          <a:gradFill rotWithShape="1">
            <a:gsLst>
              <a:gs pos="29000">
                <a:schemeClr val="accent1">
                  <a:lumMod val="30000"/>
                  <a:lumOff val="70000"/>
                </a:schemeClr>
              </a:gs>
              <a:gs pos="100000">
                <a:schemeClr val="accent1">
                  <a:lumMod val="95000"/>
                  <a:lumOff val="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0472420" y="59690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10786745" y="59690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11101070" y="59690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11415395" y="59690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11729720" y="59690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10158095" y="59690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10472420" y="78486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10786745" y="78486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11101070" y="78486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11415395" y="78486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11729720" y="78486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10158095" y="78486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10472420" y="97282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10786745" y="97282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11101070" y="97282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11415395" y="97282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11729720" y="97282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10158095" y="972820"/>
            <a:ext cx="50800" cy="508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11228291" y="6247039"/>
            <a:ext cx="238188" cy="238188"/>
          </a:xfrm>
          <a:prstGeom prst="ellipse">
            <a:avLst/>
          </a:prstGeom>
          <a:gradFill rotWithShape="1">
            <a:gsLst>
              <a:gs pos="30000">
                <a:srgbClr val="193BC5"/>
              </a:gs>
              <a:gs pos="67000">
                <a:srgbClr val="63E6E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23291" y="1023988"/>
            <a:ext cx="1220879" cy="2368500"/>
          </a:xfrm>
        </p:spPr>
        <p:txBody>
          <a:bodyPr vert="eaVert" wrap="square" anchor="ctr">
            <a:normAutofit/>
          </a:bodyPr>
          <a:lstStyle>
            <a:lvl1pPr algn="l">
              <a:buNone/>
              <a:defRPr sz="6000" u="none" kern="1200" cap="none" spc="450">
                <a:solidFill>
                  <a:schemeClr val="accent1"/>
                </a:solidFill>
              </a:defRPr>
            </a:lvl1pPr>
          </a:lstStyle>
          <a:p>
            <a:r>
              <a:t>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5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40" name="任意多边形: 形状 39"/>
          <p:cNvSpPr>
            <a:spLocks noGrp="1"/>
          </p:cNvSpPr>
          <p:nvPr/>
        </p:nvSpPr>
        <p:spPr>
          <a:xfrm>
            <a:off x="10979131" y="0"/>
            <a:ext cx="1212869" cy="3226939"/>
          </a:xfrm>
          <a:custGeom>
            <a:avLst/>
            <a:gdLst>
              <a:gd name="connsiteX0" fmla="*/ 0 w 1212869"/>
              <a:gd name="connsiteY0" fmla="*/ 0 h 3226939"/>
              <a:gd name="connsiteX1" fmla="*/ 1212869 w 1212869"/>
              <a:gd name="connsiteY1" fmla="*/ 1 h 3226939"/>
              <a:gd name="connsiteX2" fmla="*/ 1212868 w 1212869"/>
              <a:gd name="connsiteY2" fmla="*/ 3226939 h 3226939"/>
              <a:gd name="connsiteX3" fmla="*/ 1192445 w 1212869"/>
              <a:gd name="connsiteY3" fmla="*/ 3210147 h 3226939"/>
              <a:gd name="connsiteX4" fmla="*/ 478250 w 1212869"/>
              <a:gd name="connsiteY4" fmla="*/ 1383852 h 3226939"/>
              <a:gd name="connsiteX5" fmla="*/ 6285 w 1212869"/>
              <a:gd name="connsiteY5" fmla="*/ 22242 h 3226939"/>
              <a:gd name="connsiteX6" fmla="*/ 0 w 1212869"/>
              <a:gd name="connsiteY6" fmla="*/ 0 h 3226939"/>
            </a:gdLst>
            <a:ahLst/>
            <a:cxnLst/>
            <a:rect l="l" t="t" r="r" b="b"/>
            <a:pathLst>
              <a:path w="1212869" h="3226939">
                <a:moveTo>
                  <a:pt x="0" y="0"/>
                </a:moveTo>
                <a:lnTo>
                  <a:pt x="1212869" y="1"/>
                </a:lnTo>
                <a:lnTo>
                  <a:pt x="1212868" y="3226939"/>
                </a:lnTo>
                <a:lnTo>
                  <a:pt x="1192445" y="3210147"/>
                </a:lnTo>
                <a:cubicBezTo>
                  <a:pt x="689596" y="2715552"/>
                  <a:pt x="1113491" y="1821363"/>
                  <a:pt x="478250" y="1383852"/>
                </a:cubicBezTo>
                <a:cubicBezTo>
                  <a:pt x="12407" y="1063011"/>
                  <a:pt x="116141" y="496579"/>
                  <a:pt x="6285" y="22242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/>
      <p:sp>
        <p:nvSpPr>
          <p:cNvPr id="24" name="任意多边形: 形状 23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215165"/>
              <a:gd name="connsiteY0" fmla="*/ 0 h 6858000"/>
              <a:gd name="connsiteX1" fmla="*/ 12215165 w 12215165"/>
              <a:gd name="connsiteY1" fmla="*/ 0 h 6858000"/>
              <a:gd name="connsiteX2" fmla="*/ 12215165 w 12215165"/>
              <a:gd name="connsiteY2" fmla="*/ 6858000 h 6858000"/>
              <a:gd name="connsiteX3" fmla="*/ 0 w 12215165"/>
              <a:gd name="connsiteY3" fmla="*/ 6858000 h 6858000"/>
            </a:gdLst>
            <a:ahLst/>
            <a:cxnLst/>
            <a:rect l="l" t="t" r="r" b="b"/>
            <a:pathLst>
              <a:path w="12215165" h="6858000">
                <a:moveTo>
                  <a:pt x="0" y="0"/>
                </a:moveTo>
                <a:lnTo>
                  <a:pt x="12215165" y="0"/>
                </a:lnTo>
                <a:lnTo>
                  <a:pt x="12215165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74000"/>
                  <a:lumOff val="26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</a:p>
        </p:txBody>
      </p:sp>
      <p:sp>
        <p:nvSpPr>
          <p:cNvPr id="35" name="任意多边形: 形状 34"/>
          <p:cNvSpPr>
            <a:spLocks noGrp="1"/>
          </p:cNvSpPr>
          <p:nvPr/>
        </p:nvSpPr>
        <p:spPr>
          <a:xfrm flipH="1" flipV="1">
            <a:off x="0" y="635"/>
            <a:ext cx="12192000" cy="869315"/>
          </a:xfrm>
          <a:custGeom>
            <a:avLst/>
            <a:gdLst>
              <a:gd name="connsiteX0" fmla="*/ 12215165 w 12215165"/>
              <a:gd name="connsiteY0" fmla="*/ 869198 h 869198"/>
              <a:gd name="connsiteX1" fmla="*/ 0 w 12215165"/>
              <a:gd name="connsiteY1" fmla="*/ 869198 h 869198"/>
              <a:gd name="connsiteX2" fmla="*/ 0 w 12215165"/>
              <a:gd name="connsiteY2" fmla="*/ 431425 h 869198"/>
              <a:gd name="connsiteX3" fmla="*/ 210360 w 12215165"/>
              <a:gd name="connsiteY3" fmla="*/ 360962 h 869198"/>
              <a:gd name="connsiteX4" fmla="*/ 2673654 w 12215165"/>
              <a:gd name="connsiteY4" fmla="*/ 1266 h 869198"/>
              <a:gd name="connsiteX5" fmla="*/ 6233464 w 12215165"/>
              <a:gd name="connsiteY5" fmla="*/ 672458 h 869198"/>
              <a:gd name="connsiteX6" fmla="*/ 10103154 w 12215165"/>
              <a:gd name="connsiteY6" fmla="*/ 116201 h 869198"/>
              <a:gd name="connsiteX7" fmla="*/ 12136958 w 12215165"/>
              <a:gd name="connsiteY7" fmla="*/ 452265 h 869198"/>
              <a:gd name="connsiteX8" fmla="*/ 12215165 w 12215165"/>
              <a:gd name="connsiteY8" fmla="*/ 459059 h 869198"/>
            </a:gdLst>
            <a:ahLst/>
            <a:cxnLst/>
            <a:rect l="l" t="t" r="r" b="b"/>
            <a:pathLst>
              <a:path w="12215165" h="869198">
                <a:moveTo>
                  <a:pt x="12215165" y="869198"/>
                </a:moveTo>
                <a:lnTo>
                  <a:pt x="0" y="869198"/>
                </a:lnTo>
                <a:lnTo>
                  <a:pt x="0" y="431425"/>
                </a:lnTo>
                <a:lnTo>
                  <a:pt x="210360" y="360962"/>
                </a:lnTo>
                <a:cubicBezTo>
                  <a:pt x="1074565" y="95375"/>
                  <a:pt x="1955786" y="-13181"/>
                  <a:pt x="2673654" y="1266"/>
                </a:cubicBezTo>
                <a:cubicBezTo>
                  <a:pt x="3867454" y="25396"/>
                  <a:pt x="5139359" y="703573"/>
                  <a:pt x="6233464" y="672458"/>
                </a:cubicBezTo>
                <a:cubicBezTo>
                  <a:pt x="7327569" y="640708"/>
                  <a:pt x="8845854" y="116201"/>
                  <a:pt x="10103154" y="116201"/>
                </a:cubicBezTo>
                <a:cubicBezTo>
                  <a:pt x="10893253" y="116201"/>
                  <a:pt x="11564239" y="374843"/>
                  <a:pt x="12136958" y="452265"/>
                </a:cubicBezTo>
                <a:lnTo>
                  <a:pt x="12215165" y="459059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2" name="任意多边形: 形状 21"/>
          <p:cNvSpPr>
            <a:spLocks noGrp="1"/>
          </p:cNvSpPr>
          <p:nvPr/>
        </p:nvSpPr>
        <p:spPr>
          <a:xfrm>
            <a:off x="318" y="5335905"/>
            <a:ext cx="12191365" cy="1522095"/>
          </a:xfrm>
          <a:custGeom>
            <a:avLst/>
            <a:gdLst>
              <a:gd name="connsiteX0" fmla="*/ 9693979 w 12215165"/>
              <a:gd name="connsiteY0" fmla="*/ 198 h 1522029"/>
              <a:gd name="connsiteX1" fmla="*/ 12052300 w 12215165"/>
              <a:gd name="connsiteY1" fmla="*/ 607602 h 1522029"/>
              <a:gd name="connsiteX2" fmla="*/ 12152611 w 12215165"/>
              <a:gd name="connsiteY2" fmla="*/ 602950 h 1522029"/>
              <a:gd name="connsiteX3" fmla="*/ 12215165 w 12215165"/>
              <a:gd name="connsiteY3" fmla="*/ 590977 h 1522029"/>
              <a:gd name="connsiteX4" fmla="*/ 12215165 w 12215165"/>
              <a:gd name="connsiteY4" fmla="*/ 1522029 h 1522029"/>
              <a:gd name="connsiteX5" fmla="*/ 0 w 12215165"/>
              <a:gd name="connsiteY5" fmla="*/ 1522029 h 1522029"/>
              <a:gd name="connsiteX6" fmla="*/ 0 w 12215165"/>
              <a:gd name="connsiteY6" fmla="*/ 520267 h 1522029"/>
              <a:gd name="connsiteX7" fmla="*/ 77127 w 12215165"/>
              <a:gd name="connsiteY7" fmla="*/ 499165 h 1522029"/>
              <a:gd name="connsiteX8" fmla="*/ 2946401 w 12215165"/>
              <a:gd name="connsiteY8" fmla="*/ 195122 h 1522029"/>
              <a:gd name="connsiteX9" fmla="*/ 6210302 w 12215165"/>
              <a:gd name="connsiteY9" fmla="*/ 1042380 h 1522029"/>
              <a:gd name="connsiteX10" fmla="*/ 9512300 w 12215165"/>
              <a:gd name="connsiteY10" fmla="*/ 5603 h 1522029"/>
              <a:gd name="connsiteX11" fmla="*/ 9693979 w 12215165"/>
              <a:gd name="connsiteY11" fmla="*/ 198 h 1522029"/>
            </a:gdLst>
            <a:ahLst/>
            <a:cxnLst/>
            <a:rect l="l" t="t" r="r" b="b"/>
            <a:pathLst>
              <a:path w="12215165" h="1522029">
                <a:moveTo>
                  <a:pt x="9693979" y="198"/>
                </a:moveTo>
                <a:cubicBezTo>
                  <a:pt x="10597753" y="12419"/>
                  <a:pt x="11429207" y="588443"/>
                  <a:pt x="12052300" y="607602"/>
                </a:cubicBezTo>
                <a:cubicBezTo>
                  <a:pt x="12086051" y="608641"/>
                  <a:pt x="12119496" y="606977"/>
                  <a:pt x="12152611" y="602950"/>
                </a:cubicBezTo>
                <a:lnTo>
                  <a:pt x="12215165" y="590977"/>
                </a:lnTo>
                <a:lnTo>
                  <a:pt x="12215165" y="1522029"/>
                </a:lnTo>
                <a:lnTo>
                  <a:pt x="0" y="1522029"/>
                </a:lnTo>
                <a:lnTo>
                  <a:pt x="0" y="520267"/>
                </a:lnTo>
                <a:lnTo>
                  <a:pt x="77127" y="499165"/>
                </a:lnTo>
                <a:cubicBezTo>
                  <a:pt x="980778" y="270807"/>
                  <a:pt x="2125663" y="178515"/>
                  <a:pt x="2946401" y="195122"/>
                </a:cubicBezTo>
                <a:cubicBezTo>
                  <a:pt x="4140201" y="219276"/>
                  <a:pt x="5115985" y="1073966"/>
                  <a:pt x="6210302" y="1042380"/>
                </a:cubicBezTo>
                <a:cubicBezTo>
                  <a:pt x="7304618" y="1010794"/>
                  <a:pt x="8538633" y="78066"/>
                  <a:pt x="9512300" y="5603"/>
                </a:cubicBezTo>
                <a:cubicBezTo>
                  <a:pt x="9573154" y="1075"/>
                  <a:pt x="9633727" y="-617"/>
                  <a:pt x="9693979" y="198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0" name="任意多边形: 形状 19"/>
          <p:cNvSpPr>
            <a:spLocks noGrp="1"/>
          </p:cNvSpPr>
          <p:nvPr/>
        </p:nvSpPr>
        <p:spPr>
          <a:xfrm>
            <a:off x="1200" y="5689634"/>
            <a:ext cx="12189600" cy="1168367"/>
          </a:xfrm>
          <a:custGeom>
            <a:avLst/>
            <a:gdLst>
              <a:gd name="connsiteX0" fmla="*/ 4530665 w 12192251"/>
              <a:gd name="connsiteY0" fmla="*/ 280 h 1168367"/>
              <a:gd name="connsiteX1" fmla="*/ 7792801 w 12192251"/>
              <a:gd name="connsiteY1" fmla="*/ 1045028 h 1168367"/>
              <a:gd name="connsiteX2" fmla="*/ 11700657 w 12192251"/>
              <a:gd name="connsiteY2" fmla="*/ 55293 h 1168367"/>
              <a:gd name="connsiteX3" fmla="*/ 12095142 w 12192251"/>
              <a:gd name="connsiteY3" fmla="*/ 76999 h 1168367"/>
              <a:gd name="connsiteX4" fmla="*/ 12192251 w 12192251"/>
              <a:gd name="connsiteY4" fmla="*/ 90944 h 1168367"/>
              <a:gd name="connsiteX5" fmla="*/ 12192251 w 12192251"/>
              <a:gd name="connsiteY5" fmla="*/ 1168367 h 1168367"/>
              <a:gd name="connsiteX6" fmla="*/ 0 w 12192251"/>
              <a:gd name="connsiteY6" fmla="*/ 1168367 h 1168367"/>
              <a:gd name="connsiteX7" fmla="*/ 5605 w 12192251"/>
              <a:gd name="connsiteY7" fmla="*/ 1165927 h 1168367"/>
              <a:gd name="connsiteX8" fmla="*/ 4404710 w 12192251"/>
              <a:gd name="connsiteY8" fmla="*/ 1587 h 1168367"/>
              <a:gd name="connsiteX9" fmla="*/ 4530665 w 12192251"/>
              <a:gd name="connsiteY9" fmla="*/ 280 h 1168367"/>
            </a:gdLst>
            <a:ahLst/>
            <a:cxnLst/>
            <a:rect l="l" t="t" r="r" b="b"/>
            <a:pathLst>
              <a:path w="12192251" h="1168367">
                <a:moveTo>
                  <a:pt x="4530665" y="280"/>
                </a:moveTo>
                <a:cubicBezTo>
                  <a:pt x="5816207" y="19639"/>
                  <a:pt x="6614808" y="1036357"/>
                  <a:pt x="7792801" y="1045028"/>
                </a:cubicBezTo>
                <a:cubicBezTo>
                  <a:pt x="9008792" y="1053978"/>
                  <a:pt x="10648295" y="64244"/>
                  <a:pt x="11700657" y="55293"/>
                </a:cubicBezTo>
                <a:cubicBezTo>
                  <a:pt x="11832202" y="54175"/>
                  <a:pt x="11964249" y="61887"/>
                  <a:pt x="12095142" y="76999"/>
                </a:cubicBezTo>
                <a:lnTo>
                  <a:pt x="12192251" y="90944"/>
                </a:lnTo>
                <a:lnTo>
                  <a:pt x="12192251" y="1168367"/>
                </a:lnTo>
                <a:lnTo>
                  <a:pt x="0" y="1168367"/>
                </a:lnTo>
                <a:lnTo>
                  <a:pt x="5605" y="1165927"/>
                </a:lnTo>
                <a:cubicBezTo>
                  <a:pt x="1053763" y="726905"/>
                  <a:pt x="3214384" y="44105"/>
                  <a:pt x="4404710" y="1587"/>
                </a:cubicBezTo>
                <a:cubicBezTo>
                  <a:pt x="4447222" y="69"/>
                  <a:pt x="4489196" y="-345"/>
                  <a:pt x="4530665" y="280"/>
                </a:cubicBezTo>
                <a:close/>
              </a:path>
            </a:pathLst>
          </a:custGeom>
          <a:solidFill>
            <a:srgbClr val="FFFFFF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8" name="任意多边形: 形状 17"/>
          <p:cNvSpPr>
            <a:spLocks noGrp="1"/>
          </p:cNvSpPr>
          <p:nvPr/>
        </p:nvSpPr>
        <p:spPr>
          <a:xfrm>
            <a:off x="1200" y="6148706"/>
            <a:ext cx="12189600" cy="709295"/>
          </a:xfrm>
          <a:custGeom>
            <a:avLst/>
            <a:gdLst>
              <a:gd name="connsiteX0" fmla="*/ 513749 w 12215165"/>
              <a:gd name="connsiteY0" fmla="*/ 209 h 709295"/>
              <a:gd name="connsiteX1" fmla="*/ 5958038 w 12215165"/>
              <a:gd name="connsiteY1" fmla="*/ 211930 h 709295"/>
              <a:gd name="connsiteX2" fmla="*/ 7482439 w 12215165"/>
              <a:gd name="connsiteY2" fmla="*/ 209 h 709295"/>
              <a:gd name="connsiteX3" fmla="*/ 12055642 w 12215165"/>
              <a:gd name="connsiteY3" fmla="*/ 392599 h 709295"/>
              <a:gd name="connsiteX4" fmla="*/ 12215165 w 12215165"/>
              <a:gd name="connsiteY4" fmla="*/ 371625 h 709295"/>
              <a:gd name="connsiteX5" fmla="*/ 12215165 w 12215165"/>
              <a:gd name="connsiteY5" fmla="*/ 709295 h 709295"/>
              <a:gd name="connsiteX6" fmla="*/ 0 w 12215165"/>
              <a:gd name="connsiteY6" fmla="*/ 709295 h 709295"/>
              <a:gd name="connsiteX7" fmla="*/ 0 w 12215165"/>
              <a:gd name="connsiteY7" fmla="*/ 18785 h 709295"/>
              <a:gd name="connsiteX8" fmla="*/ 132649 w 12215165"/>
              <a:gd name="connsiteY8" fmla="*/ 8987 h 709295"/>
              <a:gd name="connsiteX9" fmla="*/ 513749 w 12215165"/>
              <a:gd name="connsiteY9" fmla="*/ 209 h 709295"/>
            </a:gdLst>
            <a:ahLst/>
            <a:cxnLst/>
            <a:rect l="l" t="t" r="r" b="b"/>
            <a:pathLst>
              <a:path w="12215165" h="709295">
                <a:moveTo>
                  <a:pt x="513749" y="209"/>
                </a:moveTo>
                <a:cubicBezTo>
                  <a:pt x="2328513" y="14772"/>
                  <a:pt x="4143276" y="785482"/>
                  <a:pt x="5958038" y="211930"/>
                </a:cubicBezTo>
                <a:cubicBezTo>
                  <a:pt x="6466172" y="51336"/>
                  <a:pt x="6974305" y="-3868"/>
                  <a:pt x="7482439" y="209"/>
                </a:cubicBezTo>
                <a:cubicBezTo>
                  <a:pt x="9006839" y="12442"/>
                  <a:pt x="10531241" y="558212"/>
                  <a:pt x="12055642" y="392599"/>
                </a:cubicBezTo>
                <a:lnTo>
                  <a:pt x="12215165" y="371625"/>
                </a:lnTo>
                <a:lnTo>
                  <a:pt x="12215165" y="709295"/>
                </a:lnTo>
                <a:lnTo>
                  <a:pt x="0" y="709295"/>
                </a:lnTo>
                <a:lnTo>
                  <a:pt x="0" y="18785"/>
                </a:lnTo>
                <a:lnTo>
                  <a:pt x="132649" y="8987"/>
                </a:lnTo>
                <a:cubicBezTo>
                  <a:pt x="259682" y="1875"/>
                  <a:pt x="386716" y="-810"/>
                  <a:pt x="513749" y="2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 rot="20885160">
            <a:off x="1592019" y="5828990"/>
            <a:ext cx="736918" cy="736918"/>
          </a:xfrm>
          <a:prstGeom prst="ellipse">
            <a:avLst/>
          </a:prstGeom>
          <a:gradFill rotWithShape="1">
            <a:gsLst>
              <a:gs pos="29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11332920" y="4673185"/>
            <a:ext cx="480790" cy="480790"/>
          </a:xfrm>
          <a:prstGeom prst="ellipse">
            <a:avLst/>
          </a:prstGeom>
          <a:gradFill rotWithShape="1">
            <a:gsLst>
              <a:gs pos="30000">
                <a:srgbClr val="193BC5"/>
              </a:gs>
              <a:gs pos="67000">
                <a:srgbClr val="63E6E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615661" y="869859"/>
            <a:ext cx="238188" cy="238188"/>
          </a:xfrm>
          <a:prstGeom prst="ellipse">
            <a:avLst/>
          </a:prstGeom>
          <a:gradFill rotWithShape="1">
            <a:gsLst>
              <a:gs pos="30000">
                <a:srgbClr val="193BC5"/>
              </a:gs>
              <a:gs pos="67000">
                <a:srgbClr val="63E6E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9250" y="2630491"/>
            <a:ext cx="10073500" cy="1229416"/>
          </a:xfrm>
        </p:spPr>
        <p:txBody>
          <a:bodyPr wrap="square" anchor="ctr">
            <a:normAutofit/>
          </a:bodyPr>
          <a:lstStyle>
            <a:lvl1pPr algn="ctr">
              <a:buNone/>
              <a:defRPr sz="5400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526400" y="3909244"/>
            <a:ext cx="9144000" cy="836355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单击此处编辑副标题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idx="13" hasCustomPrompt="1"/>
          </p:nvPr>
        </p:nvSpPr>
        <p:spPr>
          <a:xfrm>
            <a:off x="3886200" y="1366000"/>
            <a:ext cx="4419600" cy="1224000"/>
          </a:xfrm>
        </p:spPr>
        <p:txBody>
          <a:bodyPr wrap="none" anchor="b">
            <a:normAutofit/>
          </a:bodyPr>
          <a:lstStyle>
            <a:lvl1pPr marL="0" indent="0" algn="ctr">
              <a:buNone/>
              <a:defRPr sz="6600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lvl1pPr>
          </a:lstStyle>
          <a:p>
            <a:pPr lvl="0">
              <a:buNone/>
            </a:pPr>
            <a:r>
              <a:t>节编号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6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30" name="任意多边形: 形状 29"/>
          <p:cNvSpPr>
            <a:spLocks noGrp="1"/>
          </p:cNvSpPr>
          <p:nvPr/>
        </p:nvSpPr>
        <p:spPr>
          <a:xfrm>
            <a:off x="2280666" y="476"/>
            <a:ext cx="9260719" cy="588729"/>
          </a:xfrm>
          <a:custGeom>
            <a:avLst/>
            <a:gdLst>
              <a:gd name="connsiteX0" fmla="*/ 0 w 9260719"/>
              <a:gd name="connsiteY0" fmla="*/ 0 h 588729"/>
              <a:gd name="connsiteX1" fmla="*/ 9260719 w 9260719"/>
              <a:gd name="connsiteY1" fmla="*/ 0 h 588729"/>
              <a:gd name="connsiteX2" fmla="*/ 8960305 w 9260719"/>
              <a:gd name="connsiteY2" fmla="*/ 97161 h 588729"/>
              <a:gd name="connsiteX3" fmla="*/ 8044649 w 9260719"/>
              <a:gd name="connsiteY3" fmla="*/ 257783 h 588729"/>
              <a:gd name="connsiteX4" fmla="*/ 6317842 w 9260719"/>
              <a:gd name="connsiteY4" fmla="*/ 77865 h 588729"/>
              <a:gd name="connsiteX5" fmla="*/ 3463383 w 9260719"/>
              <a:gd name="connsiteY5" fmla="*/ 588645 h 588729"/>
              <a:gd name="connsiteX6" fmla="*/ 415498 w 9260719"/>
              <a:gd name="connsiteY6" fmla="*/ 58784 h 588729"/>
              <a:gd name="connsiteX7" fmla="*/ 39111 w 9260719"/>
              <a:gd name="connsiteY7" fmla="*/ 3948 h 588729"/>
              <a:gd name="connsiteX8" fmla="*/ 0 w 9260719"/>
              <a:gd name="connsiteY8" fmla="*/ 0 h 588729"/>
            </a:gdLst>
            <a:ahLst/>
            <a:cxnLst/>
            <a:rect l="l" t="t" r="r" b="b"/>
            <a:pathLst>
              <a:path w="9260719" h="588729">
                <a:moveTo>
                  <a:pt x="0" y="0"/>
                </a:moveTo>
                <a:lnTo>
                  <a:pt x="9260719" y="0"/>
                </a:lnTo>
                <a:lnTo>
                  <a:pt x="8960305" y="97161"/>
                </a:lnTo>
                <a:cubicBezTo>
                  <a:pt x="8678250" y="182012"/>
                  <a:pt x="8374598" y="252416"/>
                  <a:pt x="8044649" y="257783"/>
                </a:cubicBezTo>
                <a:cubicBezTo>
                  <a:pt x="7241958" y="270487"/>
                  <a:pt x="6940023" y="52184"/>
                  <a:pt x="6317842" y="77865"/>
                </a:cubicBezTo>
                <a:cubicBezTo>
                  <a:pt x="5079907" y="128437"/>
                  <a:pt x="5330215" y="575315"/>
                  <a:pt x="3463383" y="588645"/>
                </a:cubicBezTo>
                <a:cubicBezTo>
                  <a:pt x="2463732" y="595409"/>
                  <a:pt x="1115162" y="196263"/>
                  <a:pt x="415498" y="58784"/>
                </a:cubicBezTo>
                <a:cubicBezTo>
                  <a:pt x="318710" y="39702"/>
                  <a:pt x="189026" y="21442"/>
                  <a:pt x="39111" y="3948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/>
            </a:lvl1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</a:t>
            </a:r>
            <a:r>
              <a:t>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</a:t>
            </a:r>
            <a:r>
              <a:t>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buNone/>
              <a:defRPr sz="2200"/>
            </a:lvl1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</a:t>
            </a:r>
            <a:r>
              <a:t>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buNone/>
              <a:defRPr sz="2200"/>
            </a:lvl1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</a:t>
            </a:r>
            <a:r>
              <a:t>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/>
      <p:sp>
        <p:nvSpPr>
          <p:cNvPr id="3" name="内容占位符 1"/>
          <p:cNvSpPr>
            <a:spLocks noGrp="1"/>
          </p:cNvSpPr>
          <p:nvPr>
            <p:ph idx="1"/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</a:t>
            </a:r>
            <a:r>
              <a:t>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5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4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5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/>
      <p:sp>
        <p:nvSpPr>
          <p:cNvPr id="43" name="任意多边形: 形状 42"/>
          <p:cNvSpPr>
            <a:spLocks noGrp="1"/>
          </p:cNvSpPr>
          <p:nvPr/>
        </p:nvSpPr>
        <p:spPr>
          <a:xfrm>
            <a:off x="0" y="0"/>
            <a:ext cx="12191365" cy="6858000"/>
          </a:xfrm>
          <a:custGeom>
            <a:avLst/>
            <a:gdLst>
              <a:gd name="connsiteX0" fmla="*/ 0 w 12215165"/>
              <a:gd name="connsiteY0" fmla="*/ 0 h 6858000"/>
              <a:gd name="connsiteX1" fmla="*/ 12215165 w 12215165"/>
              <a:gd name="connsiteY1" fmla="*/ 0 h 6858000"/>
              <a:gd name="connsiteX2" fmla="*/ 12215165 w 12215165"/>
              <a:gd name="connsiteY2" fmla="*/ 6858000 h 6858000"/>
              <a:gd name="connsiteX3" fmla="*/ 0 w 12215165"/>
              <a:gd name="connsiteY3" fmla="*/ 6858000 h 6858000"/>
            </a:gdLst>
            <a:ahLst/>
            <a:cxnLst/>
            <a:rect l="l" t="t" r="r" b="b"/>
            <a:pathLst>
              <a:path w="12215165" h="6858000">
                <a:moveTo>
                  <a:pt x="0" y="0"/>
                </a:moveTo>
                <a:lnTo>
                  <a:pt x="12215165" y="0"/>
                </a:lnTo>
                <a:lnTo>
                  <a:pt x="12215165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lumMod val="82000"/>
                  <a:lumOff val="1800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41" name="任意多边形: 形状 40"/>
          <p:cNvSpPr>
            <a:spLocks noGrp="1"/>
          </p:cNvSpPr>
          <p:nvPr/>
        </p:nvSpPr>
        <p:spPr>
          <a:xfrm>
            <a:off x="1200" y="4835458"/>
            <a:ext cx="12189600" cy="2022542"/>
          </a:xfrm>
          <a:custGeom>
            <a:avLst/>
            <a:gdLst>
              <a:gd name="connsiteX0" fmla="*/ 9693979 w 12215165"/>
              <a:gd name="connsiteY0" fmla="*/ 198 h 2022542"/>
              <a:gd name="connsiteX1" fmla="*/ 12052300 w 12215165"/>
              <a:gd name="connsiteY1" fmla="*/ 607602 h 2022542"/>
              <a:gd name="connsiteX2" fmla="*/ 12152611 w 12215165"/>
              <a:gd name="connsiteY2" fmla="*/ 602950 h 2022542"/>
              <a:gd name="connsiteX3" fmla="*/ 12215165 w 12215165"/>
              <a:gd name="connsiteY3" fmla="*/ 590977 h 2022542"/>
              <a:gd name="connsiteX4" fmla="*/ 12215165 w 12215165"/>
              <a:gd name="connsiteY4" fmla="*/ 2022542 h 2022542"/>
              <a:gd name="connsiteX5" fmla="*/ 0 w 12215165"/>
              <a:gd name="connsiteY5" fmla="*/ 2022542 h 2022542"/>
              <a:gd name="connsiteX6" fmla="*/ 0 w 12215165"/>
              <a:gd name="connsiteY6" fmla="*/ 520267 h 2022542"/>
              <a:gd name="connsiteX7" fmla="*/ 77127 w 12215165"/>
              <a:gd name="connsiteY7" fmla="*/ 499165 h 2022542"/>
              <a:gd name="connsiteX8" fmla="*/ 2946401 w 12215165"/>
              <a:gd name="connsiteY8" fmla="*/ 195122 h 2022542"/>
              <a:gd name="connsiteX9" fmla="*/ 6210302 w 12215165"/>
              <a:gd name="connsiteY9" fmla="*/ 1042380 h 2022542"/>
              <a:gd name="connsiteX10" fmla="*/ 9512300 w 12215165"/>
              <a:gd name="connsiteY10" fmla="*/ 5603 h 2022542"/>
              <a:gd name="connsiteX11" fmla="*/ 9693979 w 12215165"/>
              <a:gd name="connsiteY11" fmla="*/ 198 h 2022542"/>
            </a:gdLst>
            <a:ahLst/>
            <a:cxnLst/>
            <a:rect l="l" t="t" r="r" b="b"/>
            <a:pathLst>
              <a:path w="12215165" h="2022542">
                <a:moveTo>
                  <a:pt x="9693979" y="198"/>
                </a:moveTo>
                <a:cubicBezTo>
                  <a:pt x="10597753" y="12419"/>
                  <a:pt x="11429207" y="588443"/>
                  <a:pt x="12052300" y="607602"/>
                </a:cubicBezTo>
                <a:cubicBezTo>
                  <a:pt x="12086051" y="608641"/>
                  <a:pt x="12119496" y="606977"/>
                  <a:pt x="12152611" y="602950"/>
                </a:cubicBezTo>
                <a:lnTo>
                  <a:pt x="12215165" y="590977"/>
                </a:lnTo>
                <a:lnTo>
                  <a:pt x="12215165" y="2022542"/>
                </a:lnTo>
                <a:lnTo>
                  <a:pt x="0" y="2022542"/>
                </a:lnTo>
                <a:lnTo>
                  <a:pt x="0" y="520267"/>
                </a:lnTo>
                <a:lnTo>
                  <a:pt x="77127" y="499165"/>
                </a:lnTo>
                <a:cubicBezTo>
                  <a:pt x="980778" y="270807"/>
                  <a:pt x="2125663" y="178515"/>
                  <a:pt x="2946401" y="195122"/>
                </a:cubicBezTo>
                <a:cubicBezTo>
                  <a:pt x="4140201" y="219276"/>
                  <a:pt x="5115985" y="1073966"/>
                  <a:pt x="6210302" y="1042380"/>
                </a:cubicBezTo>
                <a:cubicBezTo>
                  <a:pt x="7304618" y="1010794"/>
                  <a:pt x="8538633" y="78066"/>
                  <a:pt x="9512300" y="5603"/>
                </a:cubicBezTo>
                <a:cubicBezTo>
                  <a:pt x="9573154" y="1075"/>
                  <a:pt x="9633727" y="-617"/>
                  <a:pt x="9693979" y="198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9" name="任意多边形: 形状 38"/>
          <p:cNvSpPr>
            <a:spLocks noGrp="1"/>
          </p:cNvSpPr>
          <p:nvPr/>
        </p:nvSpPr>
        <p:spPr>
          <a:xfrm>
            <a:off x="1200" y="5168351"/>
            <a:ext cx="12189600" cy="1689649"/>
          </a:xfrm>
          <a:custGeom>
            <a:avLst/>
            <a:gdLst>
              <a:gd name="connsiteX0" fmla="*/ 4553579 w 12215165"/>
              <a:gd name="connsiteY0" fmla="*/ 280 h 1689649"/>
              <a:gd name="connsiteX1" fmla="*/ 7815715 w 12215165"/>
              <a:gd name="connsiteY1" fmla="*/ 1045028 h 1689649"/>
              <a:gd name="connsiteX2" fmla="*/ 11723571 w 12215165"/>
              <a:gd name="connsiteY2" fmla="*/ 55293 h 1689649"/>
              <a:gd name="connsiteX3" fmla="*/ 12118056 w 12215165"/>
              <a:gd name="connsiteY3" fmla="*/ 76999 h 1689649"/>
              <a:gd name="connsiteX4" fmla="*/ 12215165 w 12215165"/>
              <a:gd name="connsiteY4" fmla="*/ 90944 h 1689649"/>
              <a:gd name="connsiteX5" fmla="*/ 12215165 w 12215165"/>
              <a:gd name="connsiteY5" fmla="*/ 1689649 h 1689649"/>
              <a:gd name="connsiteX6" fmla="*/ 0 w 12215165"/>
              <a:gd name="connsiteY6" fmla="*/ 1689649 h 1689649"/>
              <a:gd name="connsiteX7" fmla="*/ 0 w 12215165"/>
              <a:gd name="connsiteY7" fmla="*/ 1178341 h 1689649"/>
              <a:gd name="connsiteX8" fmla="*/ 28519 w 12215165"/>
              <a:gd name="connsiteY8" fmla="*/ 1165927 h 1689649"/>
              <a:gd name="connsiteX9" fmla="*/ 4427622 w 12215165"/>
              <a:gd name="connsiteY9" fmla="*/ 1587 h 1689649"/>
              <a:gd name="connsiteX10" fmla="*/ 4553579 w 12215165"/>
              <a:gd name="connsiteY10" fmla="*/ 280 h 1689649"/>
            </a:gdLst>
            <a:ahLst/>
            <a:cxnLst/>
            <a:rect l="l" t="t" r="r" b="b"/>
            <a:pathLst>
              <a:path w="12215165" h="1689649">
                <a:moveTo>
                  <a:pt x="4553579" y="280"/>
                </a:moveTo>
                <a:cubicBezTo>
                  <a:pt x="5839121" y="19639"/>
                  <a:pt x="6637722" y="1036357"/>
                  <a:pt x="7815715" y="1045028"/>
                </a:cubicBezTo>
                <a:cubicBezTo>
                  <a:pt x="9031706" y="1053978"/>
                  <a:pt x="10671209" y="64244"/>
                  <a:pt x="11723571" y="55293"/>
                </a:cubicBezTo>
                <a:cubicBezTo>
                  <a:pt x="11855116" y="54175"/>
                  <a:pt x="11987163" y="61887"/>
                  <a:pt x="12118056" y="76999"/>
                </a:cubicBezTo>
                <a:lnTo>
                  <a:pt x="12215165" y="90944"/>
                </a:lnTo>
                <a:lnTo>
                  <a:pt x="12215165" y="1689649"/>
                </a:lnTo>
                <a:lnTo>
                  <a:pt x="0" y="1689649"/>
                </a:lnTo>
                <a:lnTo>
                  <a:pt x="0" y="1178341"/>
                </a:lnTo>
                <a:lnTo>
                  <a:pt x="28519" y="1165927"/>
                </a:lnTo>
                <a:cubicBezTo>
                  <a:pt x="1076677" y="726905"/>
                  <a:pt x="3237298" y="44105"/>
                  <a:pt x="4427622" y="1587"/>
                </a:cubicBezTo>
                <a:cubicBezTo>
                  <a:pt x="4470135" y="69"/>
                  <a:pt x="4512110" y="-345"/>
                  <a:pt x="4553579" y="280"/>
                </a:cubicBezTo>
                <a:close/>
              </a:path>
            </a:pathLst>
          </a:custGeom>
          <a:solidFill>
            <a:srgbClr val="FFFFFF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 rot="21225056">
            <a:off x="11327390" y="4240311"/>
            <a:ext cx="554725" cy="554725"/>
          </a:xfrm>
          <a:prstGeom prst="ellipse">
            <a:avLst/>
          </a:prstGeom>
          <a:gradFill rotWithShape="1">
            <a:gsLst>
              <a:gs pos="29000">
                <a:schemeClr val="accent1">
                  <a:lumMod val="30000"/>
                  <a:lumOff val="7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7" name="任意多边形: 形状 36"/>
          <p:cNvSpPr>
            <a:spLocks noGrp="1"/>
          </p:cNvSpPr>
          <p:nvPr/>
        </p:nvSpPr>
        <p:spPr>
          <a:xfrm>
            <a:off x="1200" y="4727093"/>
            <a:ext cx="12189600" cy="2130907"/>
          </a:xfrm>
          <a:custGeom>
            <a:avLst/>
            <a:gdLst>
              <a:gd name="connsiteX0" fmla="*/ 12233110 w 12233110"/>
              <a:gd name="connsiteY0" fmla="*/ 0 h 2130907"/>
              <a:gd name="connsiteX1" fmla="*/ 12233110 w 12233110"/>
              <a:gd name="connsiteY1" fmla="*/ 2130907 h 2130907"/>
              <a:gd name="connsiteX2" fmla="*/ 0 w 12233110"/>
              <a:gd name="connsiteY2" fmla="*/ 2130907 h 2130907"/>
              <a:gd name="connsiteX3" fmla="*/ 0 w 12233110"/>
              <a:gd name="connsiteY3" fmla="*/ 483533 h 2130907"/>
              <a:gd name="connsiteX4" fmla="*/ 3901614 w 12233110"/>
              <a:gd name="connsiteY4" fmla="*/ 1836455 h 2130907"/>
              <a:gd name="connsiteX5" fmla="*/ 8995148 w 12233110"/>
              <a:gd name="connsiteY5" fmla="*/ 900887 h 2130907"/>
              <a:gd name="connsiteX6" fmla="*/ 12233110 w 12233110"/>
              <a:gd name="connsiteY6" fmla="*/ 0 h 2130907"/>
            </a:gdLst>
            <a:ahLst/>
            <a:cxnLst/>
            <a:rect l="l" t="t" r="r" b="b"/>
            <a:pathLst>
              <a:path w="12233110" h="2130907">
                <a:moveTo>
                  <a:pt x="12233110" y="0"/>
                </a:moveTo>
                <a:lnTo>
                  <a:pt x="12233110" y="2130907"/>
                </a:lnTo>
                <a:lnTo>
                  <a:pt x="0" y="2130907"/>
                </a:lnTo>
                <a:lnTo>
                  <a:pt x="0" y="483533"/>
                </a:lnTo>
                <a:cubicBezTo>
                  <a:pt x="692621" y="966317"/>
                  <a:pt x="2444774" y="1762663"/>
                  <a:pt x="3901614" y="1836455"/>
                </a:cubicBezTo>
                <a:cubicBezTo>
                  <a:pt x="5358455" y="1910247"/>
                  <a:pt x="7301636" y="1613362"/>
                  <a:pt x="8995148" y="900887"/>
                </a:cubicBezTo>
                <a:cubicBezTo>
                  <a:pt x="10688661" y="188412"/>
                  <a:pt x="11030650" y="107429"/>
                  <a:pt x="122331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dir="16200000" rotWithShape="0">
              <a:srgbClr val="1774F1">
                <a:alpha val="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9790898" y="5347697"/>
            <a:ext cx="1143000" cy="1143000"/>
          </a:xfrm>
          <a:prstGeom prst="ellipse">
            <a:avLst/>
          </a:prstGeom>
          <a:pattFill prst="pct5">
            <a:fgClr>
              <a:schemeClr val="accent1"/>
            </a:fgClr>
            <a:bgClr>
              <a:srgbClr val="FFFFF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9976796" y="5347697"/>
            <a:ext cx="1143000" cy="1143000"/>
          </a:xfrm>
          <a:prstGeom prst="ellipse">
            <a:avLst/>
          </a:prstGeom>
          <a:gradFill rotWithShape="1">
            <a:gsLst>
              <a:gs pos="29000">
                <a:schemeClr val="accent1">
                  <a:lumMod val="30000"/>
                  <a:lumOff val="70000"/>
                </a:schemeClr>
              </a:gs>
              <a:gs pos="100000">
                <a:schemeClr val="accent1">
                  <a:lumMod val="95000"/>
                  <a:lumOff val="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 rot="3176220">
            <a:off x="530101" y="4757457"/>
            <a:ext cx="607078" cy="607078"/>
          </a:xfrm>
          <a:prstGeom prst="ellipse">
            <a:avLst/>
          </a:prstGeom>
          <a:gradFill rotWithShape="1">
            <a:gsLst>
              <a:gs pos="29000">
                <a:schemeClr val="accent1">
                  <a:lumMod val="30000"/>
                  <a:lumOff val="7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1803239" y="6070537"/>
            <a:ext cx="238188" cy="238188"/>
          </a:xfrm>
          <a:prstGeom prst="ellipse">
            <a:avLst/>
          </a:prstGeom>
          <a:gradFill rotWithShape="1">
            <a:gsLst>
              <a:gs pos="30000">
                <a:srgbClr val="193BC5"/>
              </a:gs>
              <a:gs pos="67000">
                <a:srgbClr val="63E6E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995885"/>
            <a:ext cx="10515000" cy="2188189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buNone/>
              <a:defRPr sz="7200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>
            <a:r>
              <a:t>单击编辑母版标题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231701"/>
            <a:ext cx="10515000" cy="766356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/>
        </p:txBody>
      </p:sp>
      <p:sp>
        <p:nvSpPr>
          <p:cNvPr id="24" name="署名占位符 10"/>
          <p:cNvSpPr>
            <a:spLocks noGrp="1"/>
          </p:cNvSpPr>
          <p:nvPr>
            <p:ph type="body" idx="17" hasCustomPrompt="1"/>
          </p:nvPr>
        </p:nvSpPr>
        <p:spPr>
          <a:xfrm>
            <a:off x="4656000" y="4068879"/>
            <a:ext cx="2880000" cy="504000"/>
          </a:xfrm>
          <a:prstGeom prst="roundRect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>
            <a:pPr lvl="0">
              <a:buNone/>
            </a:pPr>
            <a:r>
              <a:t>署名</a:t>
            </a: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1955386" y="673644"/>
            <a:ext cx="238188" cy="238188"/>
          </a:xfrm>
          <a:prstGeom prst="ellipse">
            <a:avLst/>
          </a:prstGeom>
          <a:gradFill rotWithShape="1">
            <a:gsLst>
              <a:gs pos="30000">
                <a:srgbClr val="193BC5"/>
              </a:gs>
              <a:gs pos="67000">
                <a:srgbClr val="63E6E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10475982" y="1734694"/>
            <a:ext cx="317503" cy="317503"/>
          </a:xfrm>
          <a:prstGeom prst="ellipse">
            <a:avLst/>
          </a:prstGeom>
          <a:gradFill rotWithShape="1">
            <a:gsLst>
              <a:gs pos="30000">
                <a:srgbClr val="193BC5"/>
              </a:gs>
              <a:gs pos="67000">
                <a:srgbClr val="63E6E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anchor="b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8" name="KSO_TEMPLATE" hidden="1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130000"/>
        </a:lnSpc>
        <a:spcBef>
          <a:spcPts val="1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538480" indent="-206375" algn="l" defTabSz="914400">
        <a:lnSpc>
          <a:spcPct val="130000"/>
        </a:lnSpc>
        <a:spcBef>
          <a:spcPts val="0"/>
        </a:spcBef>
        <a:buFont typeface="Arial" panose="020B0604020202020204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798830" indent="-161925" algn="l" defTabSz="914400">
        <a:lnSpc>
          <a:spcPct val="130000"/>
        </a:lnSpc>
        <a:spcBef>
          <a:spcPts val="0"/>
        </a:spcBef>
        <a:buFont typeface="Arial" panose="020B0604020202020204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030605" indent="-149225" algn="l" defTabSz="914400">
        <a:lnSpc>
          <a:spcPct val="130000"/>
        </a:lnSpc>
        <a:spcBef>
          <a:spcPts val="0"/>
        </a:spcBef>
        <a:buFont typeface="Arial" panose="020B0604020202020204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1235075" indent="-127000" algn="l" defTabSz="914400">
        <a:lnSpc>
          <a:spcPct val="130000"/>
        </a:lnSpc>
        <a:spcBef>
          <a:spcPts val="0"/>
        </a:spcBef>
        <a:buFont typeface="Arial" panose="020B0604020202020204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7" name="任意多边形: 形状 16"/>
          <p:cNvSpPr>
            <a:spLocks noGrp="1"/>
          </p:cNvSpPr>
          <p:nvPr/>
        </p:nvSpPr>
        <p:spPr>
          <a:xfrm>
            <a:off x="1270" y="6176010"/>
            <a:ext cx="12189460" cy="681990"/>
          </a:xfrm>
          <a:custGeom>
            <a:avLst/>
            <a:gdLst>
              <a:gd name="connsiteX0" fmla="*/ 9676548 w 12193200"/>
              <a:gd name="connsiteY0" fmla="*/ 198 h 1522029"/>
              <a:gd name="connsiteX1" fmla="*/ 12030628 w 12193200"/>
              <a:gd name="connsiteY1" fmla="*/ 607602 h 1522029"/>
              <a:gd name="connsiteX2" fmla="*/ 12130758 w 12193200"/>
              <a:gd name="connsiteY2" fmla="*/ 602950 h 1522029"/>
              <a:gd name="connsiteX3" fmla="*/ 12193200 w 12193200"/>
              <a:gd name="connsiteY3" fmla="*/ 590977 h 1522029"/>
              <a:gd name="connsiteX4" fmla="*/ 12193200 w 12193200"/>
              <a:gd name="connsiteY4" fmla="*/ 1522029 h 1522029"/>
              <a:gd name="connsiteX5" fmla="*/ 0 w 12193200"/>
              <a:gd name="connsiteY5" fmla="*/ 1522029 h 1522029"/>
              <a:gd name="connsiteX6" fmla="*/ 0 w 12193200"/>
              <a:gd name="connsiteY6" fmla="*/ 520267 h 1522029"/>
              <a:gd name="connsiteX7" fmla="*/ 76989 w 12193200"/>
              <a:gd name="connsiteY7" fmla="*/ 499165 h 1522029"/>
              <a:gd name="connsiteX8" fmla="*/ 2941103 w 12193200"/>
              <a:gd name="connsiteY8" fmla="*/ 195122 h 1522029"/>
              <a:gd name="connsiteX9" fmla="*/ 6199134 w 12193200"/>
              <a:gd name="connsiteY9" fmla="*/ 1042380 h 1522029"/>
              <a:gd name="connsiteX10" fmla="*/ 9495195 w 12193200"/>
              <a:gd name="connsiteY10" fmla="*/ 5603 h 1522029"/>
              <a:gd name="connsiteX11" fmla="*/ 9676548 w 12193200"/>
              <a:gd name="connsiteY11" fmla="*/ 198 h 1522029"/>
            </a:gdLst>
            <a:ahLst/>
            <a:cxnLst/>
            <a:rect l="l" t="t" r="r" b="b"/>
            <a:pathLst>
              <a:path w="12193200" h="1522029">
                <a:moveTo>
                  <a:pt x="9676548" y="198"/>
                </a:moveTo>
                <a:cubicBezTo>
                  <a:pt x="10578696" y="12419"/>
                  <a:pt x="11408655" y="588443"/>
                  <a:pt x="12030628" y="607602"/>
                </a:cubicBezTo>
                <a:cubicBezTo>
                  <a:pt x="12064318" y="608641"/>
                  <a:pt x="12097703" y="606977"/>
                  <a:pt x="12130758" y="602950"/>
                </a:cubicBezTo>
                <a:lnTo>
                  <a:pt x="12193200" y="590977"/>
                </a:lnTo>
                <a:lnTo>
                  <a:pt x="12193200" y="1522029"/>
                </a:lnTo>
                <a:lnTo>
                  <a:pt x="0" y="1522029"/>
                </a:lnTo>
                <a:lnTo>
                  <a:pt x="0" y="520267"/>
                </a:lnTo>
                <a:lnTo>
                  <a:pt x="76989" y="499165"/>
                </a:lnTo>
                <a:cubicBezTo>
                  <a:pt x="979015" y="270807"/>
                  <a:pt x="2121841" y="178515"/>
                  <a:pt x="2941103" y="195122"/>
                </a:cubicBezTo>
                <a:cubicBezTo>
                  <a:pt x="4132757" y="219276"/>
                  <a:pt x="5106785" y="1073966"/>
                  <a:pt x="6199134" y="1042380"/>
                </a:cubicBezTo>
                <a:cubicBezTo>
                  <a:pt x="7291483" y="1010794"/>
                  <a:pt x="8523279" y="78066"/>
                  <a:pt x="9495195" y="5603"/>
                </a:cubicBezTo>
                <a:cubicBezTo>
                  <a:pt x="9555940" y="1075"/>
                  <a:pt x="9616404" y="-617"/>
                  <a:pt x="9676548" y="19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5" name="任意多边形: 形状 14"/>
          <p:cNvSpPr>
            <a:spLocks noGrp="1"/>
          </p:cNvSpPr>
          <p:nvPr/>
        </p:nvSpPr>
        <p:spPr>
          <a:xfrm>
            <a:off x="3175" y="6397625"/>
            <a:ext cx="12186285" cy="460375"/>
          </a:xfrm>
          <a:custGeom>
            <a:avLst/>
            <a:gdLst>
              <a:gd name="connsiteX0" fmla="*/ 4522517 w 12170327"/>
              <a:gd name="connsiteY0" fmla="*/ 280 h 1168367"/>
              <a:gd name="connsiteX1" fmla="*/ 7778788 w 12170327"/>
              <a:gd name="connsiteY1" fmla="*/ 1045028 h 1168367"/>
              <a:gd name="connsiteX2" fmla="*/ 11679617 w 12170327"/>
              <a:gd name="connsiteY2" fmla="*/ 55293 h 1168367"/>
              <a:gd name="connsiteX3" fmla="*/ 12073393 w 12170327"/>
              <a:gd name="connsiteY3" fmla="*/ 76999 h 1168367"/>
              <a:gd name="connsiteX4" fmla="*/ 12170327 w 12170327"/>
              <a:gd name="connsiteY4" fmla="*/ 90944 h 1168367"/>
              <a:gd name="connsiteX5" fmla="*/ 12170327 w 12170327"/>
              <a:gd name="connsiteY5" fmla="*/ 1168367 h 1168367"/>
              <a:gd name="connsiteX6" fmla="*/ 0 w 12170327"/>
              <a:gd name="connsiteY6" fmla="*/ 1168367 h 1168367"/>
              <a:gd name="connsiteX7" fmla="*/ 5595 w 12170327"/>
              <a:gd name="connsiteY7" fmla="*/ 1165927 h 1168367"/>
              <a:gd name="connsiteX8" fmla="*/ 4396789 w 12170327"/>
              <a:gd name="connsiteY8" fmla="*/ 1587 h 1168367"/>
              <a:gd name="connsiteX9" fmla="*/ 4522517 w 12170327"/>
              <a:gd name="connsiteY9" fmla="*/ 280 h 1168367"/>
            </a:gdLst>
            <a:ahLst/>
            <a:cxnLst/>
            <a:rect l="l" t="t" r="r" b="b"/>
            <a:pathLst>
              <a:path w="12170327" h="1168367">
                <a:moveTo>
                  <a:pt x="4522517" y="280"/>
                </a:moveTo>
                <a:cubicBezTo>
                  <a:pt x="5805748" y="19639"/>
                  <a:pt x="6602913" y="1036357"/>
                  <a:pt x="7778788" y="1045028"/>
                </a:cubicBezTo>
                <a:cubicBezTo>
                  <a:pt x="8992592" y="1053978"/>
                  <a:pt x="10629147" y="64244"/>
                  <a:pt x="11679617" y="55293"/>
                </a:cubicBezTo>
                <a:cubicBezTo>
                  <a:pt x="11810925" y="54175"/>
                  <a:pt x="11942735" y="61887"/>
                  <a:pt x="12073393" y="76999"/>
                </a:cubicBezTo>
                <a:lnTo>
                  <a:pt x="12170327" y="90944"/>
                </a:lnTo>
                <a:lnTo>
                  <a:pt x="12170327" y="1168367"/>
                </a:lnTo>
                <a:lnTo>
                  <a:pt x="0" y="1168367"/>
                </a:lnTo>
                <a:lnTo>
                  <a:pt x="5595" y="1165927"/>
                </a:lnTo>
                <a:cubicBezTo>
                  <a:pt x="1051868" y="726905"/>
                  <a:pt x="3208604" y="44105"/>
                  <a:pt x="4396789" y="1587"/>
                </a:cubicBezTo>
                <a:cubicBezTo>
                  <a:pt x="4439225" y="69"/>
                  <a:pt x="4481124" y="-345"/>
                  <a:pt x="4522517" y="280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3" name="任意多边形: 形状 12"/>
          <p:cNvSpPr>
            <a:spLocks noGrp="1"/>
          </p:cNvSpPr>
          <p:nvPr/>
        </p:nvSpPr>
        <p:spPr>
          <a:xfrm>
            <a:off x="1270" y="6475730"/>
            <a:ext cx="12189460" cy="382270"/>
          </a:xfrm>
          <a:custGeom>
            <a:avLst/>
            <a:gdLst>
              <a:gd name="connsiteX0" fmla="*/ 512825 w 12193200"/>
              <a:gd name="connsiteY0" fmla="*/ 209 h 709295"/>
              <a:gd name="connsiteX1" fmla="*/ 5947325 w 12193200"/>
              <a:gd name="connsiteY1" fmla="*/ 211930 h 709295"/>
              <a:gd name="connsiteX2" fmla="*/ 7468985 w 12193200"/>
              <a:gd name="connsiteY2" fmla="*/ 209 h 709295"/>
              <a:gd name="connsiteX3" fmla="*/ 12033964 w 12193200"/>
              <a:gd name="connsiteY3" fmla="*/ 392599 h 709295"/>
              <a:gd name="connsiteX4" fmla="*/ 12193200 w 12193200"/>
              <a:gd name="connsiteY4" fmla="*/ 371625 h 709295"/>
              <a:gd name="connsiteX5" fmla="*/ 12193200 w 12193200"/>
              <a:gd name="connsiteY5" fmla="*/ 709295 h 709295"/>
              <a:gd name="connsiteX6" fmla="*/ 0 w 12193200"/>
              <a:gd name="connsiteY6" fmla="*/ 709295 h 709295"/>
              <a:gd name="connsiteX7" fmla="*/ 0 w 12193200"/>
              <a:gd name="connsiteY7" fmla="*/ 18785 h 709295"/>
              <a:gd name="connsiteX8" fmla="*/ 132411 w 12193200"/>
              <a:gd name="connsiteY8" fmla="*/ 8987 h 709295"/>
              <a:gd name="connsiteX9" fmla="*/ 512825 w 12193200"/>
              <a:gd name="connsiteY9" fmla="*/ 209 h 709295"/>
            </a:gdLst>
            <a:ahLst/>
            <a:cxnLst/>
            <a:rect l="l" t="t" r="r" b="b"/>
            <a:pathLst>
              <a:path w="12193200" h="709295">
                <a:moveTo>
                  <a:pt x="512825" y="209"/>
                </a:moveTo>
                <a:cubicBezTo>
                  <a:pt x="2324326" y="14772"/>
                  <a:pt x="4135826" y="785482"/>
                  <a:pt x="5947325" y="211930"/>
                </a:cubicBezTo>
                <a:cubicBezTo>
                  <a:pt x="6454545" y="51336"/>
                  <a:pt x="6961764" y="-3868"/>
                  <a:pt x="7468985" y="209"/>
                </a:cubicBezTo>
                <a:cubicBezTo>
                  <a:pt x="8990643" y="12442"/>
                  <a:pt x="10512304" y="558212"/>
                  <a:pt x="12033964" y="392599"/>
                </a:cubicBezTo>
                <a:lnTo>
                  <a:pt x="12193200" y="371625"/>
                </a:lnTo>
                <a:lnTo>
                  <a:pt x="12193200" y="709295"/>
                </a:lnTo>
                <a:lnTo>
                  <a:pt x="0" y="709295"/>
                </a:lnTo>
                <a:lnTo>
                  <a:pt x="0" y="18785"/>
                </a:lnTo>
                <a:lnTo>
                  <a:pt x="132411" y="8987"/>
                </a:lnTo>
                <a:cubicBezTo>
                  <a:pt x="259215" y="1875"/>
                  <a:pt x="386021" y="-810"/>
                  <a:pt x="512825" y="20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1305292" y="561214"/>
            <a:ext cx="317503" cy="317503"/>
          </a:xfrm>
          <a:prstGeom prst="ellipse">
            <a:avLst/>
          </a:prstGeom>
          <a:gradFill rotWithShape="1">
            <a:gsLst>
              <a:gs pos="30000">
                <a:schemeClr val="accent2"/>
              </a:gs>
              <a:gs pos="67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anchor="b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</a:t>
            </a:r>
            <a:r>
              <a:t>三级</a:t>
            </a:r>
          </a:p>
          <a:p>
            <a:pPr lvl="3">
              <a:buNone/>
            </a:pPr>
            <a:r>
              <a:t>第</a:t>
            </a:r>
            <a:r>
              <a:t>四级</a:t>
            </a:r>
          </a:p>
          <a:p>
            <a:pPr lvl="4"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8" name="KSO_TEMPLATE" hidden="1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200" b="0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130000"/>
        </a:lnSpc>
        <a:spcBef>
          <a:spcPts val="1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538480" indent="-206375" algn="l" defTabSz="914400">
        <a:lnSpc>
          <a:spcPct val="130000"/>
        </a:lnSpc>
        <a:spcBef>
          <a:spcPts val="0"/>
        </a:spcBef>
        <a:buFont typeface="Arial" panose="020B0604020202020204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798830" indent="-161925" algn="l" defTabSz="914400">
        <a:lnSpc>
          <a:spcPct val="130000"/>
        </a:lnSpc>
        <a:spcBef>
          <a:spcPts val="0"/>
        </a:spcBef>
        <a:buFont typeface="Arial" panose="020B0604020202020204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030605" indent="-149225" algn="l" defTabSz="914400">
        <a:lnSpc>
          <a:spcPct val="130000"/>
        </a:lnSpc>
        <a:spcBef>
          <a:spcPts val="0"/>
        </a:spcBef>
        <a:buFont typeface="Arial" panose="020B0604020202020204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1235075" indent="-127000" algn="l" defTabSz="914400">
        <a:lnSpc>
          <a:spcPct val="130000"/>
        </a:lnSpc>
        <a:spcBef>
          <a:spcPts val="0"/>
        </a:spcBef>
        <a:buFont typeface="Arial" panose="020B0604020202020204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.png"/><Relationship Id="rId4" Type="http://schemas.openxmlformats.org/officeDocument/2006/relationships/image" Target="../media/image8.jpeg"/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14.jpeg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image" Target="../media/image15.svg"/><Relationship Id="rId5" Type="http://schemas.openxmlformats.org/officeDocument/2006/relationships/image" Target="../media/image5.png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5" Type="http://schemas.openxmlformats.org/officeDocument/2006/relationships/notesSlide" Target="../notesSlides/notesSlide11.xml"/><Relationship Id="rId24" Type="http://schemas.openxmlformats.org/officeDocument/2006/relationships/slideLayout" Target="../slideLayouts/slideLayout18.xml"/><Relationship Id="rId23" Type="http://schemas.openxmlformats.org/officeDocument/2006/relationships/image" Target="../media/image20.png"/><Relationship Id="rId22" Type="http://schemas.openxmlformats.org/officeDocument/2006/relationships/image" Target="../media/image19.png"/><Relationship Id="rId21" Type="http://schemas.openxmlformats.org/officeDocument/2006/relationships/image" Target="../media/image18.png"/><Relationship Id="rId20" Type="http://schemas.openxmlformats.org/officeDocument/2006/relationships/image" Target="../media/image1.png"/><Relationship Id="rId2" Type="http://schemas.openxmlformats.org/officeDocument/2006/relationships/tags" Target="../tags/tag10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image" Target="../media/image17.svg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image" Target="../media/image16.svg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6" Type="http://schemas.openxmlformats.org/officeDocument/2006/relationships/notesSlide" Target="../notesSlides/notesSlide12.xml"/><Relationship Id="rId55" Type="http://schemas.openxmlformats.org/officeDocument/2006/relationships/slideLayout" Target="../slideLayouts/slideLayout18.xml"/><Relationship Id="rId54" Type="http://schemas.openxmlformats.org/officeDocument/2006/relationships/image" Target="../media/image53.png"/><Relationship Id="rId53" Type="http://schemas.openxmlformats.org/officeDocument/2006/relationships/image" Target="../media/image52.png"/><Relationship Id="rId52" Type="http://schemas.openxmlformats.org/officeDocument/2006/relationships/image" Target="../media/image51.png"/><Relationship Id="rId51" Type="http://schemas.openxmlformats.org/officeDocument/2006/relationships/image" Target="../media/image50.png"/><Relationship Id="rId50" Type="http://schemas.openxmlformats.org/officeDocument/2006/relationships/image" Target="../media/image49.png"/><Relationship Id="rId5" Type="http://schemas.openxmlformats.org/officeDocument/2006/relationships/tags" Target="../tags/tag27.xml"/><Relationship Id="rId49" Type="http://schemas.openxmlformats.org/officeDocument/2006/relationships/image" Target="../media/image48.png"/><Relationship Id="rId48" Type="http://schemas.openxmlformats.org/officeDocument/2006/relationships/image" Target="../media/image47.png"/><Relationship Id="rId47" Type="http://schemas.openxmlformats.org/officeDocument/2006/relationships/image" Target="../media/image46.png"/><Relationship Id="rId46" Type="http://schemas.openxmlformats.org/officeDocument/2006/relationships/image" Target="../media/image45.png"/><Relationship Id="rId45" Type="http://schemas.openxmlformats.org/officeDocument/2006/relationships/image" Target="../media/image44.png"/><Relationship Id="rId44" Type="http://schemas.openxmlformats.org/officeDocument/2006/relationships/image" Target="../media/image43.png"/><Relationship Id="rId43" Type="http://schemas.openxmlformats.org/officeDocument/2006/relationships/image" Target="../media/image42.png"/><Relationship Id="rId42" Type="http://schemas.openxmlformats.org/officeDocument/2006/relationships/image" Target="../media/image41.png"/><Relationship Id="rId41" Type="http://schemas.openxmlformats.org/officeDocument/2006/relationships/image" Target="../media/image40.png"/><Relationship Id="rId40" Type="http://schemas.openxmlformats.org/officeDocument/2006/relationships/image" Target="../media/image39.png"/><Relationship Id="rId4" Type="http://schemas.openxmlformats.org/officeDocument/2006/relationships/tags" Target="../tags/tag26.xml"/><Relationship Id="rId39" Type="http://schemas.openxmlformats.org/officeDocument/2006/relationships/image" Target="../media/image38.svg"/><Relationship Id="rId38" Type="http://schemas.openxmlformats.org/officeDocument/2006/relationships/image" Target="../media/image37.png"/><Relationship Id="rId37" Type="http://schemas.openxmlformats.org/officeDocument/2006/relationships/image" Target="../media/image36.svg"/><Relationship Id="rId36" Type="http://schemas.openxmlformats.org/officeDocument/2006/relationships/image" Target="../media/image35.png"/><Relationship Id="rId35" Type="http://schemas.openxmlformats.org/officeDocument/2006/relationships/image" Target="../media/image34.svg"/><Relationship Id="rId34" Type="http://schemas.openxmlformats.org/officeDocument/2006/relationships/image" Target="../media/image33.png"/><Relationship Id="rId33" Type="http://schemas.openxmlformats.org/officeDocument/2006/relationships/tags" Target="../tags/tag43.xml"/><Relationship Id="rId32" Type="http://schemas.openxmlformats.org/officeDocument/2006/relationships/image" Target="../media/image32.svg"/><Relationship Id="rId31" Type="http://schemas.openxmlformats.org/officeDocument/2006/relationships/image" Target="../media/image31.png"/><Relationship Id="rId30" Type="http://schemas.openxmlformats.org/officeDocument/2006/relationships/tags" Target="../tags/tag42.xml"/><Relationship Id="rId3" Type="http://schemas.openxmlformats.org/officeDocument/2006/relationships/tags" Target="../tags/tag25.xml"/><Relationship Id="rId29" Type="http://schemas.openxmlformats.org/officeDocument/2006/relationships/tags" Target="../tags/tag41.xml"/><Relationship Id="rId28" Type="http://schemas.openxmlformats.org/officeDocument/2006/relationships/tags" Target="../tags/tag40.xml"/><Relationship Id="rId27" Type="http://schemas.openxmlformats.org/officeDocument/2006/relationships/tags" Target="../tags/tag39.xml"/><Relationship Id="rId26" Type="http://schemas.openxmlformats.org/officeDocument/2006/relationships/image" Target="../media/image30.svg"/><Relationship Id="rId25" Type="http://schemas.openxmlformats.org/officeDocument/2006/relationships/image" Target="../media/image29.png"/><Relationship Id="rId24" Type="http://schemas.openxmlformats.org/officeDocument/2006/relationships/tags" Target="../tags/tag38.xml"/><Relationship Id="rId23" Type="http://schemas.openxmlformats.org/officeDocument/2006/relationships/image" Target="../media/image28.svg"/><Relationship Id="rId22" Type="http://schemas.openxmlformats.org/officeDocument/2006/relationships/image" Target="../media/image27.png"/><Relationship Id="rId21" Type="http://schemas.openxmlformats.org/officeDocument/2006/relationships/tags" Target="../tags/tag37.xml"/><Relationship Id="rId20" Type="http://schemas.openxmlformats.org/officeDocument/2006/relationships/image" Target="../media/image26.svg"/><Relationship Id="rId2" Type="http://schemas.openxmlformats.org/officeDocument/2006/relationships/tags" Target="../tags/tag24.xml"/><Relationship Id="rId19" Type="http://schemas.openxmlformats.org/officeDocument/2006/relationships/image" Target="../media/image25.png"/><Relationship Id="rId18" Type="http://schemas.openxmlformats.org/officeDocument/2006/relationships/tags" Target="../tags/tag36.xml"/><Relationship Id="rId17" Type="http://schemas.openxmlformats.org/officeDocument/2006/relationships/image" Target="../media/image24.svg"/><Relationship Id="rId16" Type="http://schemas.openxmlformats.org/officeDocument/2006/relationships/image" Target="../media/image23.png"/><Relationship Id="rId15" Type="http://schemas.openxmlformats.org/officeDocument/2006/relationships/tags" Target="../tags/tag35.xml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8" Type="http://schemas.openxmlformats.org/officeDocument/2006/relationships/notesSlide" Target="../notesSlides/notesSlide14.x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57.svg"/><Relationship Id="rId25" Type="http://schemas.openxmlformats.org/officeDocument/2006/relationships/image" Target="../media/image56.png"/><Relationship Id="rId24" Type="http://schemas.openxmlformats.org/officeDocument/2006/relationships/tags" Target="../tags/tag64.xml"/><Relationship Id="rId23" Type="http://schemas.openxmlformats.org/officeDocument/2006/relationships/image" Target="../media/image55.svg"/><Relationship Id="rId22" Type="http://schemas.openxmlformats.org/officeDocument/2006/relationships/image" Target="../media/image54.png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jpeg"/><Relationship Id="rId8" Type="http://schemas.openxmlformats.org/officeDocument/2006/relationships/image" Target="../media/image65.jpeg"/><Relationship Id="rId7" Type="http://schemas.openxmlformats.org/officeDocument/2006/relationships/image" Target="../media/image64.jpeg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jpeg"/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70.png"/><Relationship Id="rId13" Type="http://schemas.openxmlformats.org/officeDocument/2006/relationships/image" Target="../media/image69.png"/><Relationship Id="rId12" Type="http://schemas.openxmlformats.org/officeDocument/2006/relationships/image" Target="../media/image1.png"/><Relationship Id="rId11" Type="http://schemas.openxmlformats.org/officeDocument/2006/relationships/image" Target="../media/image68.png"/><Relationship Id="rId10" Type="http://schemas.openxmlformats.org/officeDocument/2006/relationships/image" Target="../media/image67.png"/><Relationship Id="rId1" Type="http://schemas.openxmlformats.org/officeDocument/2006/relationships/image" Target="../media/image5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1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1" Type="http://schemas.openxmlformats.org/officeDocument/2006/relationships/image" Target="../media/image7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1" Type="http://schemas.openxmlformats.org/officeDocument/2006/relationships/image" Target="../media/image7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672704"/>
            <a:ext cx="10515600" cy="2608104"/>
          </a:xfrm>
        </p:spPr>
        <p:txBody>
          <a:bodyPr/>
          <a:lstStyle/>
          <a:p>
            <a:r>
              <a:rPr sz="6000"/>
              <a:t>深圳世纪祥云技术有限公司</a:t>
            </a:r>
            <a:endParaRPr sz="60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49782" y="3648068"/>
            <a:ext cx="10515600" cy="945132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>Shenzhen Century Xiangyun Technology Co., Ltd</a:t>
            </a:r>
          </a:p>
        </p:txBody>
      </p:sp>
      <p:sp>
        <p:nvSpPr>
          <p:cNvPr id="5" name="文本占位符 12"/>
          <p:cNvSpPr>
            <a:spLocks noGrp="1"/>
          </p:cNvSpPr>
          <p:nvPr/>
        </p:nvSpPr>
        <p:spPr>
          <a:xfrm>
            <a:off x="3641725" y="1524355"/>
            <a:ext cx="4908550" cy="307340"/>
          </a:xfrm>
          <a:prstGeom prst="rect">
            <a:avLst/>
          </a:prstGeom>
        </p:spPr>
        <p:txBody>
          <a:bodyPr vert="horz" wrap="none" lIns="0" tIns="0" rIns="0" bIns="0" anchor="ctr">
            <a:sp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400" kern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538480" indent="-206375" algn="l" defTabSz="914400">
              <a:lnSpc>
                <a:spcPct val="130000"/>
              </a:lnSpc>
              <a:spcBef>
                <a:spcPts val="0"/>
              </a:spcBef>
              <a:buFont typeface="Arial" panose="020B0604020202020204"/>
              <a:buChar char="•"/>
              <a:defRPr sz="2000" kern="120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798830" indent="-161925" algn="l" defTabSz="914400">
              <a:lnSpc>
                <a:spcPct val="130000"/>
              </a:lnSpc>
              <a:spcBef>
                <a:spcPts val="0"/>
              </a:spcBef>
              <a:buFont typeface="Arial" panose="020B0604020202020204"/>
              <a:buChar char="•"/>
              <a:defRPr sz="1800" kern="120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030605" indent="-149225" algn="l" defTabSz="914400">
              <a:lnSpc>
                <a:spcPct val="130000"/>
              </a:lnSpc>
              <a:spcBef>
                <a:spcPts val="0"/>
              </a:spcBef>
              <a:buFont typeface="Arial" panose="020B0604020202020204"/>
              <a:buChar char="•"/>
              <a:defRPr sz="1600" kern="120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1235075" indent="-127000" algn="l" defTabSz="914400">
              <a:lnSpc>
                <a:spcPct val="130000"/>
              </a:lnSpc>
              <a:spcBef>
                <a:spcPts val="0"/>
              </a:spcBef>
              <a:buFont typeface="Arial" panose="020B0604020202020204"/>
              <a:buChar char="•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sz="2000">
                <a:solidFill>
                  <a:srgbClr val="FFFFFF"/>
                </a:solidFill>
              </a:rPr>
              <a:t>赋</a:t>
            </a:r>
            <a:r>
              <a:rPr sz="2000">
                <a:solidFill>
                  <a:srgbClr val="FFFFFF"/>
                </a:solidFill>
              </a:rPr>
              <a:t> / </a:t>
            </a:r>
            <a:r>
              <a:rPr sz="2000">
                <a:solidFill>
                  <a:srgbClr val="FFFFFF"/>
                </a:solidFill>
              </a:rPr>
              <a:t>能</a:t>
            </a:r>
            <a:r>
              <a:rPr sz="2000">
                <a:solidFill>
                  <a:srgbClr val="FFFFFF"/>
                </a:solidFill>
              </a:rPr>
              <a:t> / </a:t>
            </a:r>
            <a:r>
              <a:rPr sz="2000">
                <a:solidFill>
                  <a:srgbClr val="FFFFFF"/>
                </a:solidFill>
              </a:rPr>
              <a:t>金</a:t>
            </a:r>
            <a:r>
              <a:rPr sz="2000">
                <a:solidFill>
                  <a:srgbClr val="FFFFFF"/>
                </a:solidFill>
              </a:rPr>
              <a:t> / </a:t>
            </a:r>
            <a:r>
              <a:rPr sz="2000">
                <a:solidFill>
                  <a:srgbClr val="FFFFFF"/>
                </a:solidFill>
              </a:rPr>
              <a:t>融</a:t>
            </a:r>
            <a:r>
              <a:rPr sz="2000">
                <a:solidFill>
                  <a:srgbClr val="FFFFFF"/>
                </a:solidFill>
              </a:rPr>
              <a:t> / </a:t>
            </a:r>
            <a:r>
              <a:rPr sz="2000">
                <a:solidFill>
                  <a:srgbClr val="FFFFFF"/>
                </a:solidFill>
              </a:rPr>
              <a:t>行</a:t>
            </a:r>
            <a:r>
              <a:rPr sz="2000">
                <a:solidFill>
                  <a:srgbClr val="FFFFFF"/>
                </a:solidFill>
              </a:rPr>
              <a:t> / </a:t>
            </a:r>
            <a:r>
              <a:rPr sz="2000">
                <a:solidFill>
                  <a:srgbClr val="FFFFFF"/>
                </a:solidFill>
              </a:rPr>
              <a:t>业</a:t>
            </a:r>
            <a:r>
              <a:rPr sz="2000">
                <a:solidFill>
                  <a:srgbClr val="FFFFFF"/>
                </a:solidFill>
              </a:rPr>
              <a:t> / </a:t>
            </a:r>
            <a:r>
              <a:rPr sz="2000">
                <a:solidFill>
                  <a:srgbClr val="FFFFFF"/>
                </a:solidFill>
              </a:rPr>
              <a:t>的</a:t>
            </a:r>
            <a:r>
              <a:rPr sz="2000">
                <a:solidFill>
                  <a:srgbClr val="FFFFFF"/>
                </a:solidFill>
              </a:rPr>
              <a:t> / </a:t>
            </a:r>
            <a:r>
              <a:rPr sz="2000">
                <a:solidFill>
                  <a:srgbClr val="FFFFFF"/>
                </a:solidFill>
              </a:rPr>
              <a:t>智</a:t>
            </a:r>
            <a:r>
              <a:rPr sz="2000">
                <a:solidFill>
                  <a:srgbClr val="FFFFFF"/>
                </a:solidFill>
              </a:rPr>
              <a:t> / </a:t>
            </a:r>
            <a:r>
              <a:rPr sz="2000">
                <a:solidFill>
                  <a:srgbClr val="FFFFFF"/>
                </a:solidFill>
              </a:rPr>
              <a:t>能</a:t>
            </a:r>
            <a:r>
              <a:rPr sz="2000">
                <a:solidFill>
                  <a:srgbClr val="FFFFFF"/>
                </a:solidFill>
              </a:rPr>
              <a:t> / </a:t>
            </a:r>
            <a:r>
              <a:rPr sz="2000">
                <a:solidFill>
                  <a:srgbClr val="FFFFFF"/>
                </a:solidFill>
              </a:rPr>
              <a:t>运</a:t>
            </a:r>
            <a:r>
              <a:rPr sz="2000">
                <a:solidFill>
                  <a:srgbClr val="FFFFFF"/>
                </a:solidFill>
              </a:rPr>
              <a:t> / </a:t>
            </a:r>
            <a:r>
              <a:rPr sz="2000">
                <a:solidFill>
                  <a:srgbClr val="FFFFFF"/>
                </a:solidFill>
              </a:rPr>
              <a:t>维</a:t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6" name="公司名"/>
          <p:cNvSpPr>
            <a:spLocks noGrp="1"/>
          </p:cNvSpPr>
          <p:nvPr/>
        </p:nvSpPr>
        <p:spPr>
          <a:xfrm>
            <a:off x="715645" y="400685"/>
            <a:ext cx="2795905" cy="504190"/>
          </a:xfrm>
          <a:prstGeom prst="rect">
            <a:avLst/>
          </a:prstGeom>
        </p:spPr>
        <p:txBody>
          <a:bodyPr vert="horz" wrap="square" lIns="0" tIns="0" rIns="0" bIns="0" anchor="ctr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1000"/>
              </a:spcBef>
              <a:buFont typeface="Arial" panose="020B0604020202020204"/>
              <a:buNone/>
              <a:defRPr sz="1400" b="1" kern="12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538480" indent="-206375" algn="l" defTabSz="914400">
              <a:lnSpc>
                <a:spcPct val="130000"/>
              </a:lnSpc>
              <a:spcBef>
                <a:spcPts val="0"/>
              </a:spcBef>
              <a:buFont typeface="Arial" panose="020B0604020202020204"/>
              <a:buChar char="•"/>
              <a:defRPr sz="2000" kern="120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798830" indent="-161925" algn="l" defTabSz="914400">
              <a:lnSpc>
                <a:spcPct val="130000"/>
              </a:lnSpc>
              <a:spcBef>
                <a:spcPts val="0"/>
              </a:spcBef>
              <a:buFont typeface="Arial" panose="020B0604020202020204"/>
              <a:buChar char="•"/>
              <a:defRPr sz="1800" kern="120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030605" indent="-149225" algn="l" defTabSz="914400">
              <a:lnSpc>
                <a:spcPct val="130000"/>
              </a:lnSpc>
              <a:spcBef>
                <a:spcPts val="0"/>
              </a:spcBef>
              <a:buFont typeface="Arial" panose="020B0604020202020204"/>
              <a:buChar char="•"/>
              <a:defRPr sz="1600" kern="120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1235075" indent="-127000" algn="l" defTabSz="914400">
              <a:lnSpc>
                <a:spcPct val="130000"/>
              </a:lnSpc>
              <a:spcBef>
                <a:spcPts val="0"/>
              </a:spcBef>
              <a:buFont typeface="Arial" panose="020B0604020202020204"/>
              <a:buChar char="•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r>
              <a:rPr b="0">
                <a:solidFill>
                  <a:srgbClr val="FFFFFF"/>
                </a:solidFill>
              </a:rPr>
              <a:t>开源</a:t>
            </a:r>
            <a:r>
              <a:rPr b="0">
                <a:solidFill>
                  <a:srgbClr val="FFFFFF"/>
                </a:solidFill>
              </a:rPr>
              <a:t>/</a:t>
            </a:r>
            <a:r>
              <a:rPr b="0">
                <a:solidFill>
                  <a:srgbClr val="FFFFFF"/>
                </a:solidFill>
              </a:rPr>
              <a:t>运维</a:t>
            </a:r>
            <a:r>
              <a:rPr b="0">
                <a:solidFill>
                  <a:srgbClr val="FFFFFF"/>
                </a:solidFill>
              </a:rPr>
              <a:t>/</a:t>
            </a:r>
            <a:r>
              <a:rPr b="0">
                <a:solidFill>
                  <a:srgbClr val="FFFFFF"/>
                </a:solidFill>
              </a:rPr>
              <a:t>智能化综合解决</a:t>
            </a:r>
            <a:r>
              <a:rPr b="0">
                <a:solidFill>
                  <a:srgbClr val="FFFFFF"/>
                </a:solidFill>
              </a:rPr>
              <a:t>方案专家</a:t>
            </a:r>
            <a:endParaRPr b="0">
              <a:solidFill>
                <a:srgbClr val="FFFFFF"/>
              </a:solidFill>
            </a:endParaRPr>
          </a:p>
        </p:txBody>
      </p:sp>
      <p:sp>
        <p:nvSpPr>
          <p:cNvPr id="193" name="任意多边形: 形状 192"/>
          <p:cNvSpPr>
            <a:spLocks noGrp="1"/>
          </p:cNvSpPr>
          <p:nvPr/>
        </p:nvSpPr>
        <p:spPr>
          <a:xfrm>
            <a:off x="2048694" y="1582303"/>
            <a:ext cx="1462682" cy="182425"/>
          </a:xfrm>
          <a:custGeom>
            <a:avLst/>
            <a:gdLst>
              <a:gd name="connsiteX0" fmla="*/ 5127096 w 5230266"/>
              <a:gd name="connsiteY0" fmla="*/ 1244565 h 1450905"/>
              <a:gd name="connsiteX1" fmla="*/ 5023926 w 5230266"/>
              <a:gd name="connsiteY1" fmla="*/ 1347735 h 1450905"/>
              <a:gd name="connsiteX2" fmla="*/ 5127096 w 5230266"/>
              <a:gd name="connsiteY2" fmla="*/ 1450905 h 1450905"/>
              <a:gd name="connsiteX3" fmla="*/ 5230266 w 5230266"/>
              <a:gd name="connsiteY3" fmla="*/ 1347735 h 1450905"/>
              <a:gd name="connsiteX4" fmla="*/ 5127096 w 5230266"/>
              <a:gd name="connsiteY4" fmla="*/ 1244565 h 1450905"/>
              <a:gd name="connsiteX5" fmla="*/ 4568882 w 5230266"/>
              <a:gd name="connsiteY5" fmla="*/ 1239378 h 1450905"/>
              <a:gd name="connsiteX6" fmla="*/ 4465712 w 5230266"/>
              <a:gd name="connsiteY6" fmla="*/ 1342548 h 1450905"/>
              <a:gd name="connsiteX7" fmla="*/ 4568882 w 5230266"/>
              <a:gd name="connsiteY7" fmla="*/ 1445718 h 1450905"/>
              <a:gd name="connsiteX8" fmla="*/ 4672052 w 5230266"/>
              <a:gd name="connsiteY8" fmla="*/ 1342548 h 1450905"/>
              <a:gd name="connsiteX9" fmla="*/ 4568882 w 5230266"/>
              <a:gd name="connsiteY9" fmla="*/ 1239378 h 1450905"/>
              <a:gd name="connsiteX10" fmla="*/ 4010668 w 5230266"/>
              <a:gd name="connsiteY10" fmla="*/ 1234191 h 1450905"/>
              <a:gd name="connsiteX11" fmla="*/ 3907498 w 5230266"/>
              <a:gd name="connsiteY11" fmla="*/ 1337361 h 1450905"/>
              <a:gd name="connsiteX12" fmla="*/ 4010668 w 5230266"/>
              <a:gd name="connsiteY12" fmla="*/ 1440531 h 1450905"/>
              <a:gd name="connsiteX13" fmla="*/ 4113838 w 5230266"/>
              <a:gd name="connsiteY13" fmla="*/ 1337361 h 1450905"/>
              <a:gd name="connsiteX14" fmla="*/ 4010668 w 5230266"/>
              <a:gd name="connsiteY14" fmla="*/ 1234191 h 1450905"/>
              <a:gd name="connsiteX15" fmla="*/ 3452454 w 5230266"/>
              <a:gd name="connsiteY15" fmla="*/ 1229004 h 1450905"/>
              <a:gd name="connsiteX16" fmla="*/ 3349284 w 5230266"/>
              <a:gd name="connsiteY16" fmla="*/ 1332174 h 1450905"/>
              <a:gd name="connsiteX17" fmla="*/ 3452454 w 5230266"/>
              <a:gd name="connsiteY17" fmla="*/ 1435344 h 1450905"/>
              <a:gd name="connsiteX18" fmla="*/ 3555624 w 5230266"/>
              <a:gd name="connsiteY18" fmla="*/ 1332174 h 1450905"/>
              <a:gd name="connsiteX19" fmla="*/ 3452454 w 5230266"/>
              <a:gd name="connsiteY19" fmla="*/ 1229004 h 1450905"/>
              <a:gd name="connsiteX20" fmla="*/ 2894240 w 5230266"/>
              <a:gd name="connsiteY20" fmla="*/ 1223817 h 1450905"/>
              <a:gd name="connsiteX21" fmla="*/ 2791070 w 5230266"/>
              <a:gd name="connsiteY21" fmla="*/ 1326987 h 1450905"/>
              <a:gd name="connsiteX22" fmla="*/ 2894240 w 5230266"/>
              <a:gd name="connsiteY22" fmla="*/ 1430157 h 1450905"/>
              <a:gd name="connsiteX23" fmla="*/ 2997410 w 5230266"/>
              <a:gd name="connsiteY23" fmla="*/ 1326987 h 1450905"/>
              <a:gd name="connsiteX24" fmla="*/ 2894240 w 5230266"/>
              <a:gd name="connsiteY24" fmla="*/ 1223817 h 1450905"/>
              <a:gd name="connsiteX25" fmla="*/ 2336026 w 5230266"/>
              <a:gd name="connsiteY25" fmla="*/ 1218630 h 1450905"/>
              <a:gd name="connsiteX26" fmla="*/ 2232856 w 5230266"/>
              <a:gd name="connsiteY26" fmla="*/ 1321800 h 1450905"/>
              <a:gd name="connsiteX27" fmla="*/ 2336026 w 5230266"/>
              <a:gd name="connsiteY27" fmla="*/ 1424970 h 1450905"/>
              <a:gd name="connsiteX28" fmla="*/ 2439196 w 5230266"/>
              <a:gd name="connsiteY28" fmla="*/ 1321800 h 1450905"/>
              <a:gd name="connsiteX29" fmla="*/ 2336026 w 5230266"/>
              <a:gd name="connsiteY29" fmla="*/ 1218630 h 1450905"/>
              <a:gd name="connsiteX30" fmla="*/ 1777812 w 5230266"/>
              <a:gd name="connsiteY30" fmla="*/ 1213443 h 1450905"/>
              <a:gd name="connsiteX31" fmla="*/ 1674642 w 5230266"/>
              <a:gd name="connsiteY31" fmla="*/ 1316613 h 1450905"/>
              <a:gd name="connsiteX32" fmla="*/ 1777812 w 5230266"/>
              <a:gd name="connsiteY32" fmla="*/ 1419783 h 1450905"/>
              <a:gd name="connsiteX33" fmla="*/ 1880982 w 5230266"/>
              <a:gd name="connsiteY33" fmla="*/ 1316613 h 1450905"/>
              <a:gd name="connsiteX34" fmla="*/ 1777812 w 5230266"/>
              <a:gd name="connsiteY34" fmla="*/ 1213443 h 1450905"/>
              <a:gd name="connsiteX35" fmla="*/ 1219598 w 5230266"/>
              <a:gd name="connsiteY35" fmla="*/ 1208256 h 1450905"/>
              <a:gd name="connsiteX36" fmla="*/ 1116428 w 5230266"/>
              <a:gd name="connsiteY36" fmla="*/ 1311426 h 1450905"/>
              <a:gd name="connsiteX37" fmla="*/ 1219598 w 5230266"/>
              <a:gd name="connsiteY37" fmla="*/ 1414596 h 1450905"/>
              <a:gd name="connsiteX38" fmla="*/ 1322768 w 5230266"/>
              <a:gd name="connsiteY38" fmla="*/ 1311426 h 1450905"/>
              <a:gd name="connsiteX39" fmla="*/ 1219598 w 5230266"/>
              <a:gd name="connsiteY39" fmla="*/ 1208256 h 1450905"/>
              <a:gd name="connsiteX40" fmla="*/ 661384 w 5230266"/>
              <a:gd name="connsiteY40" fmla="*/ 1203069 h 1450905"/>
              <a:gd name="connsiteX41" fmla="*/ 558214 w 5230266"/>
              <a:gd name="connsiteY41" fmla="*/ 1306239 h 1450905"/>
              <a:gd name="connsiteX42" fmla="*/ 661384 w 5230266"/>
              <a:gd name="connsiteY42" fmla="*/ 1409409 h 1450905"/>
              <a:gd name="connsiteX43" fmla="*/ 764554 w 5230266"/>
              <a:gd name="connsiteY43" fmla="*/ 1306239 h 1450905"/>
              <a:gd name="connsiteX44" fmla="*/ 661384 w 5230266"/>
              <a:gd name="connsiteY44" fmla="*/ 1203069 h 1450905"/>
              <a:gd name="connsiteX45" fmla="*/ 103170 w 5230266"/>
              <a:gd name="connsiteY45" fmla="*/ 1197882 h 1450905"/>
              <a:gd name="connsiteX46" fmla="*/ 0 w 5230266"/>
              <a:gd name="connsiteY46" fmla="*/ 1301052 h 1450905"/>
              <a:gd name="connsiteX47" fmla="*/ 103170 w 5230266"/>
              <a:gd name="connsiteY47" fmla="*/ 1404222 h 1450905"/>
              <a:gd name="connsiteX48" fmla="*/ 206340 w 5230266"/>
              <a:gd name="connsiteY48" fmla="*/ 1301052 h 1450905"/>
              <a:gd name="connsiteX49" fmla="*/ 103170 w 5230266"/>
              <a:gd name="connsiteY49" fmla="*/ 1197882 h 1450905"/>
              <a:gd name="connsiteX50" fmla="*/ 5127096 w 5230266"/>
              <a:gd name="connsiteY50" fmla="*/ 845271 h 1450905"/>
              <a:gd name="connsiteX51" fmla="*/ 5023926 w 5230266"/>
              <a:gd name="connsiteY51" fmla="*/ 948441 h 1450905"/>
              <a:gd name="connsiteX52" fmla="*/ 5127096 w 5230266"/>
              <a:gd name="connsiteY52" fmla="*/ 1051611 h 1450905"/>
              <a:gd name="connsiteX53" fmla="*/ 5230266 w 5230266"/>
              <a:gd name="connsiteY53" fmla="*/ 948441 h 1450905"/>
              <a:gd name="connsiteX54" fmla="*/ 5127096 w 5230266"/>
              <a:gd name="connsiteY54" fmla="*/ 845271 h 1450905"/>
              <a:gd name="connsiteX55" fmla="*/ 4568882 w 5230266"/>
              <a:gd name="connsiteY55" fmla="*/ 840084 h 1450905"/>
              <a:gd name="connsiteX56" fmla="*/ 4465712 w 5230266"/>
              <a:gd name="connsiteY56" fmla="*/ 943254 h 1450905"/>
              <a:gd name="connsiteX57" fmla="*/ 4568882 w 5230266"/>
              <a:gd name="connsiteY57" fmla="*/ 1046424 h 1450905"/>
              <a:gd name="connsiteX58" fmla="*/ 4672052 w 5230266"/>
              <a:gd name="connsiteY58" fmla="*/ 943254 h 1450905"/>
              <a:gd name="connsiteX59" fmla="*/ 4568882 w 5230266"/>
              <a:gd name="connsiteY59" fmla="*/ 840084 h 1450905"/>
              <a:gd name="connsiteX60" fmla="*/ 4010668 w 5230266"/>
              <a:gd name="connsiteY60" fmla="*/ 834897 h 1450905"/>
              <a:gd name="connsiteX61" fmla="*/ 3907498 w 5230266"/>
              <a:gd name="connsiteY61" fmla="*/ 938067 h 1450905"/>
              <a:gd name="connsiteX62" fmla="*/ 4010668 w 5230266"/>
              <a:gd name="connsiteY62" fmla="*/ 1041237 h 1450905"/>
              <a:gd name="connsiteX63" fmla="*/ 4113838 w 5230266"/>
              <a:gd name="connsiteY63" fmla="*/ 938067 h 1450905"/>
              <a:gd name="connsiteX64" fmla="*/ 4010668 w 5230266"/>
              <a:gd name="connsiteY64" fmla="*/ 834897 h 1450905"/>
              <a:gd name="connsiteX65" fmla="*/ 3452454 w 5230266"/>
              <a:gd name="connsiteY65" fmla="*/ 829710 h 1450905"/>
              <a:gd name="connsiteX66" fmla="*/ 3349284 w 5230266"/>
              <a:gd name="connsiteY66" fmla="*/ 932880 h 1450905"/>
              <a:gd name="connsiteX67" fmla="*/ 3452454 w 5230266"/>
              <a:gd name="connsiteY67" fmla="*/ 1036050 h 1450905"/>
              <a:gd name="connsiteX68" fmla="*/ 3555624 w 5230266"/>
              <a:gd name="connsiteY68" fmla="*/ 932880 h 1450905"/>
              <a:gd name="connsiteX69" fmla="*/ 3452454 w 5230266"/>
              <a:gd name="connsiteY69" fmla="*/ 829710 h 1450905"/>
              <a:gd name="connsiteX70" fmla="*/ 2894240 w 5230266"/>
              <a:gd name="connsiteY70" fmla="*/ 824523 h 1450905"/>
              <a:gd name="connsiteX71" fmla="*/ 2791070 w 5230266"/>
              <a:gd name="connsiteY71" fmla="*/ 927693 h 1450905"/>
              <a:gd name="connsiteX72" fmla="*/ 2894240 w 5230266"/>
              <a:gd name="connsiteY72" fmla="*/ 1030863 h 1450905"/>
              <a:gd name="connsiteX73" fmla="*/ 2997410 w 5230266"/>
              <a:gd name="connsiteY73" fmla="*/ 927693 h 1450905"/>
              <a:gd name="connsiteX74" fmla="*/ 2894240 w 5230266"/>
              <a:gd name="connsiteY74" fmla="*/ 824523 h 1450905"/>
              <a:gd name="connsiteX75" fmla="*/ 2336026 w 5230266"/>
              <a:gd name="connsiteY75" fmla="*/ 819336 h 1450905"/>
              <a:gd name="connsiteX76" fmla="*/ 2232856 w 5230266"/>
              <a:gd name="connsiteY76" fmla="*/ 922506 h 1450905"/>
              <a:gd name="connsiteX77" fmla="*/ 2336026 w 5230266"/>
              <a:gd name="connsiteY77" fmla="*/ 1025676 h 1450905"/>
              <a:gd name="connsiteX78" fmla="*/ 2439196 w 5230266"/>
              <a:gd name="connsiteY78" fmla="*/ 922506 h 1450905"/>
              <a:gd name="connsiteX79" fmla="*/ 2336026 w 5230266"/>
              <a:gd name="connsiteY79" fmla="*/ 819336 h 1450905"/>
              <a:gd name="connsiteX80" fmla="*/ 1777812 w 5230266"/>
              <a:gd name="connsiteY80" fmla="*/ 814149 h 1450905"/>
              <a:gd name="connsiteX81" fmla="*/ 1674642 w 5230266"/>
              <a:gd name="connsiteY81" fmla="*/ 917319 h 1450905"/>
              <a:gd name="connsiteX82" fmla="*/ 1777812 w 5230266"/>
              <a:gd name="connsiteY82" fmla="*/ 1020489 h 1450905"/>
              <a:gd name="connsiteX83" fmla="*/ 1880982 w 5230266"/>
              <a:gd name="connsiteY83" fmla="*/ 917319 h 1450905"/>
              <a:gd name="connsiteX84" fmla="*/ 1777812 w 5230266"/>
              <a:gd name="connsiteY84" fmla="*/ 814149 h 1450905"/>
              <a:gd name="connsiteX85" fmla="*/ 1219598 w 5230266"/>
              <a:gd name="connsiteY85" fmla="*/ 808962 h 1450905"/>
              <a:gd name="connsiteX86" fmla="*/ 1116428 w 5230266"/>
              <a:gd name="connsiteY86" fmla="*/ 912132 h 1450905"/>
              <a:gd name="connsiteX87" fmla="*/ 1219598 w 5230266"/>
              <a:gd name="connsiteY87" fmla="*/ 1015302 h 1450905"/>
              <a:gd name="connsiteX88" fmla="*/ 1322768 w 5230266"/>
              <a:gd name="connsiteY88" fmla="*/ 912132 h 1450905"/>
              <a:gd name="connsiteX89" fmla="*/ 1219598 w 5230266"/>
              <a:gd name="connsiteY89" fmla="*/ 808962 h 1450905"/>
              <a:gd name="connsiteX90" fmla="*/ 661384 w 5230266"/>
              <a:gd name="connsiteY90" fmla="*/ 803775 h 1450905"/>
              <a:gd name="connsiteX91" fmla="*/ 558214 w 5230266"/>
              <a:gd name="connsiteY91" fmla="*/ 906945 h 1450905"/>
              <a:gd name="connsiteX92" fmla="*/ 661384 w 5230266"/>
              <a:gd name="connsiteY92" fmla="*/ 1010115 h 1450905"/>
              <a:gd name="connsiteX93" fmla="*/ 764554 w 5230266"/>
              <a:gd name="connsiteY93" fmla="*/ 906945 h 1450905"/>
              <a:gd name="connsiteX94" fmla="*/ 661384 w 5230266"/>
              <a:gd name="connsiteY94" fmla="*/ 803775 h 1450905"/>
              <a:gd name="connsiteX95" fmla="*/ 103170 w 5230266"/>
              <a:gd name="connsiteY95" fmla="*/ 798588 h 1450905"/>
              <a:gd name="connsiteX96" fmla="*/ 0 w 5230266"/>
              <a:gd name="connsiteY96" fmla="*/ 901758 h 1450905"/>
              <a:gd name="connsiteX97" fmla="*/ 103170 w 5230266"/>
              <a:gd name="connsiteY97" fmla="*/ 1004928 h 1450905"/>
              <a:gd name="connsiteX98" fmla="*/ 206340 w 5230266"/>
              <a:gd name="connsiteY98" fmla="*/ 901758 h 1450905"/>
              <a:gd name="connsiteX99" fmla="*/ 103170 w 5230266"/>
              <a:gd name="connsiteY99" fmla="*/ 798588 h 1450905"/>
              <a:gd name="connsiteX100" fmla="*/ 5127096 w 5230266"/>
              <a:gd name="connsiteY100" fmla="*/ 445977 h 1450905"/>
              <a:gd name="connsiteX101" fmla="*/ 5023926 w 5230266"/>
              <a:gd name="connsiteY101" fmla="*/ 549147 h 1450905"/>
              <a:gd name="connsiteX102" fmla="*/ 5127096 w 5230266"/>
              <a:gd name="connsiteY102" fmla="*/ 652317 h 1450905"/>
              <a:gd name="connsiteX103" fmla="*/ 5230266 w 5230266"/>
              <a:gd name="connsiteY103" fmla="*/ 549147 h 1450905"/>
              <a:gd name="connsiteX104" fmla="*/ 5127096 w 5230266"/>
              <a:gd name="connsiteY104" fmla="*/ 445977 h 1450905"/>
              <a:gd name="connsiteX105" fmla="*/ 4568882 w 5230266"/>
              <a:gd name="connsiteY105" fmla="*/ 440790 h 1450905"/>
              <a:gd name="connsiteX106" fmla="*/ 4465712 w 5230266"/>
              <a:gd name="connsiteY106" fmla="*/ 543960 h 1450905"/>
              <a:gd name="connsiteX107" fmla="*/ 4568882 w 5230266"/>
              <a:gd name="connsiteY107" fmla="*/ 647130 h 1450905"/>
              <a:gd name="connsiteX108" fmla="*/ 4672052 w 5230266"/>
              <a:gd name="connsiteY108" fmla="*/ 543960 h 1450905"/>
              <a:gd name="connsiteX109" fmla="*/ 4568882 w 5230266"/>
              <a:gd name="connsiteY109" fmla="*/ 440790 h 1450905"/>
              <a:gd name="connsiteX110" fmla="*/ 4010668 w 5230266"/>
              <a:gd name="connsiteY110" fmla="*/ 435603 h 1450905"/>
              <a:gd name="connsiteX111" fmla="*/ 3907498 w 5230266"/>
              <a:gd name="connsiteY111" fmla="*/ 538773 h 1450905"/>
              <a:gd name="connsiteX112" fmla="*/ 4010668 w 5230266"/>
              <a:gd name="connsiteY112" fmla="*/ 641943 h 1450905"/>
              <a:gd name="connsiteX113" fmla="*/ 4113838 w 5230266"/>
              <a:gd name="connsiteY113" fmla="*/ 538773 h 1450905"/>
              <a:gd name="connsiteX114" fmla="*/ 4010668 w 5230266"/>
              <a:gd name="connsiteY114" fmla="*/ 435603 h 1450905"/>
              <a:gd name="connsiteX115" fmla="*/ 3452454 w 5230266"/>
              <a:gd name="connsiteY115" fmla="*/ 430416 h 1450905"/>
              <a:gd name="connsiteX116" fmla="*/ 3349284 w 5230266"/>
              <a:gd name="connsiteY116" fmla="*/ 533586 h 1450905"/>
              <a:gd name="connsiteX117" fmla="*/ 3452454 w 5230266"/>
              <a:gd name="connsiteY117" fmla="*/ 636756 h 1450905"/>
              <a:gd name="connsiteX118" fmla="*/ 3555624 w 5230266"/>
              <a:gd name="connsiteY118" fmla="*/ 533586 h 1450905"/>
              <a:gd name="connsiteX119" fmla="*/ 3452454 w 5230266"/>
              <a:gd name="connsiteY119" fmla="*/ 430416 h 1450905"/>
              <a:gd name="connsiteX120" fmla="*/ 2894240 w 5230266"/>
              <a:gd name="connsiteY120" fmla="*/ 425229 h 1450905"/>
              <a:gd name="connsiteX121" fmla="*/ 2791070 w 5230266"/>
              <a:gd name="connsiteY121" fmla="*/ 528399 h 1450905"/>
              <a:gd name="connsiteX122" fmla="*/ 2894240 w 5230266"/>
              <a:gd name="connsiteY122" fmla="*/ 631569 h 1450905"/>
              <a:gd name="connsiteX123" fmla="*/ 2997410 w 5230266"/>
              <a:gd name="connsiteY123" fmla="*/ 528399 h 1450905"/>
              <a:gd name="connsiteX124" fmla="*/ 2894240 w 5230266"/>
              <a:gd name="connsiteY124" fmla="*/ 425229 h 1450905"/>
              <a:gd name="connsiteX125" fmla="*/ 2336026 w 5230266"/>
              <a:gd name="connsiteY125" fmla="*/ 420042 h 1450905"/>
              <a:gd name="connsiteX126" fmla="*/ 2232856 w 5230266"/>
              <a:gd name="connsiteY126" fmla="*/ 523212 h 1450905"/>
              <a:gd name="connsiteX127" fmla="*/ 2336026 w 5230266"/>
              <a:gd name="connsiteY127" fmla="*/ 626382 h 1450905"/>
              <a:gd name="connsiteX128" fmla="*/ 2439196 w 5230266"/>
              <a:gd name="connsiteY128" fmla="*/ 523212 h 1450905"/>
              <a:gd name="connsiteX129" fmla="*/ 2336026 w 5230266"/>
              <a:gd name="connsiteY129" fmla="*/ 420042 h 1450905"/>
              <a:gd name="connsiteX130" fmla="*/ 1777812 w 5230266"/>
              <a:gd name="connsiteY130" fmla="*/ 414855 h 1450905"/>
              <a:gd name="connsiteX131" fmla="*/ 1674642 w 5230266"/>
              <a:gd name="connsiteY131" fmla="*/ 518025 h 1450905"/>
              <a:gd name="connsiteX132" fmla="*/ 1777812 w 5230266"/>
              <a:gd name="connsiteY132" fmla="*/ 621195 h 1450905"/>
              <a:gd name="connsiteX133" fmla="*/ 1880982 w 5230266"/>
              <a:gd name="connsiteY133" fmla="*/ 518025 h 1450905"/>
              <a:gd name="connsiteX134" fmla="*/ 1777812 w 5230266"/>
              <a:gd name="connsiteY134" fmla="*/ 414855 h 1450905"/>
              <a:gd name="connsiteX135" fmla="*/ 1219598 w 5230266"/>
              <a:gd name="connsiteY135" fmla="*/ 409668 h 1450905"/>
              <a:gd name="connsiteX136" fmla="*/ 1116428 w 5230266"/>
              <a:gd name="connsiteY136" fmla="*/ 512838 h 1450905"/>
              <a:gd name="connsiteX137" fmla="*/ 1219598 w 5230266"/>
              <a:gd name="connsiteY137" fmla="*/ 616008 h 1450905"/>
              <a:gd name="connsiteX138" fmla="*/ 1322768 w 5230266"/>
              <a:gd name="connsiteY138" fmla="*/ 512838 h 1450905"/>
              <a:gd name="connsiteX139" fmla="*/ 1219598 w 5230266"/>
              <a:gd name="connsiteY139" fmla="*/ 409668 h 1450905"/>
              <a:gd name="connsiteX140" fmla="*/ 661384 w 5230266"/>
              <a:gd name="connsiteY140" fmla="*/ 404481 h 1450905"/>
              <a:gd name="connsiteX141" fmla="*/ 558214 w 5230266"/>
              <a:gd name="connsiteY141" fmla="*/ 507651 h 1450905"/>
              <a:gd name="connsiteX142" fmla="*/ 661384 w 5230266"/>
              <a:gd name="connsiteY142" fmla="*/ 610821 h 1450905"/>
              <a:gd name="connsiteX143" fmla="*/ 764554 w 5230266"/>
              <a:gd name="connsiteY143" fmla="*/ 507651 h 1450905"/>
              <a:gd name="connsiteX144" fmla="*/ 661384 w 5230266"/>
              <a:gd name="connsiteY144" fmla="*/ 404481 h 1450905"/>
              <a:gd name="connsiteX145" fmla="*/ 103170 w 5230266"/>
              <a:gd name="connsiteY145" fmla="*/ 399294 h 1450905"/>
              <a:gd name="connsiteX146" fmla="*/ 0 w 5230266"/>
              <a:gd name="connsiteY146" fmla="*/ 502464 h 1450905"/>
              <a:gd name="connsiteX147" fmla="*/ 103170 w 5230266"/>
              <a:gd name="connsiteY147" fmla="*/ 605634 h 1450905"/>
              <a:gd name="connsiteX148" fmla="*/ 206340 w 5230266"/>
              <a:gd name="connsiteY148" fmla="*/ 502464 h 1450905"/>
              <a:gd name="connsiteX149" fmla="*/ 103170 w 5230266"/>
              <a:gd name="connsiteY149" fmla="*/ 399294 h 1450905"/>
              <a:gd name="connsiteX150" fmla="*/ 5127096 w 5230266"/>
              <a:gd name="connsiteY150" fmla="*/ 46683 h 1450905"/>
              <a:gd name="connsiteX151" fmla="*/ 5023926 w 5230266"/>
              <a:gd name="connsiteY151" fmla="*/ 149853 h 1450905"/>
              <a:gd name="connsiteX152" fmla="*/ 5127096 w 5230266"/>
              <a:gd name="connsiteY152" fmla="*/ 253023 h 1450905"/>
              <a:gd name="connsiteX153" fmla="*/ 5230266 w 5230266"/>
              <a:gd name="connsiteY153" fmla="*/ 149853 h 1450905"/>
              <a:gd name="connsiteX154" fmla="*/ 5127096 w 5230266"/>
              <a:gd name="connsiteY154" fmla="*/ 46683 h 1450905"/>
              <a:gd name="connsiteX155" fmla="*/ 4568882 w 5230266"/>
              <a:gd name="connsiteY155" fmla="*/ 41496 h 1450905"/>
              <a:gd name="connsiteX156" fmla="*/ 4465712 w 5230266"/>
              <a:gd name="connsiteY156" fmla="*/ 144666 h 1450905"/>
              <a:gd name="connsiteX157" fmla="*/ 4568882 w 5230266"/>
              <a:gd name="connsiteY157" fmla="*/ 247836 h 1450905"/>
              <a:gd name="connsiteX158" fmla="*/ 4672052 w 5230266"/>
              <a:gd name="connsiteY158" fmla="*/ 144666 h 1450905"/>
              <a:gd name="connsiteX159" fmla="*/ 4568882 w 5230266"/>
              <a:gd name="connsiteY159" fmla="*/ 41496 h 1450905"/>
              <a:gd name="connsiteX160" fmla="*/ 4010668 w 5230266"/>
              <a:gd name="connsiteY160" fmla="*/ 36309 h 1450905"/>
              <a:gd name="connsiteX161" fmla="*/ 3907498 w 5230266"/>
              <a:gd name="connsiteY161" fmla="*/ 139479 h 1450905"/>
              <a:gd name="connsiteX162" fmla="*/ 4010668 w 5230266"/>
              <a:gd name="connsiteY162" fmla="*/ 242649 h 1450905"/>
              <a:gd name="connsiteX163" fmla="*/ 4113838 w 5230266"/>
              <a:gd name="connsiteY163" fmla="*/ 139479 h 1450905"/>
              <a:gd name="connsiteX164" fmla="*/ 4010668 w 5230266"/>
              <a:gd name="connsiteY164" fmla="*/ 36309 h 1450905"/>
              <a:gd name="connsiteX165" fmla="*/ 3452454 w 5230266"/>
              <a:gd name="connsiteY165" fmla="*/ 31122 h 1450905"/>
              <a:gd name="connsiteX166" fmla="*/ 3349284 w 5230266"/>
              <a:gd name="connsiteY166" fmla="*/ 134292 h 1450905"/>
              <a:gd name="connsiteX167" fmla="*/ 3452454 w 5230266"/>
              <a:gd name="connsiteY167" fmla="*/ 237462 h 1450905"/>
              <a:gd name="connsiteX168" fmla="*/ 3555624 w 5230266"/>
              <a:gd name="connsiteY168" fmla="*/ 134292 h 1450905"/>
              <a:gd name="connsiteX169" fmla="*/ 3452454 w 5230266"/>
              <a:gd name="connsiteY169" fmla="*/ 31122 h 1450905"/>
              <a:gd name="connsiteX170" fmla="*/ 2894240 w 5230266"/>
              <a:gd name="connsiteY170" fmla="*/ 25935 h 1450905"/>
              <a:gd name="connsiteX171" fmla="*/ 2791070 w 5230266"/>
              <a:gd name="connsiteY171" fmla="*/ 129105 h 1450905"/>
              <a:gd name="connsiteX172" fmla="*/ 2894240 w 5230266"/>
              <a:gd name="connsiteY172" fmla="*/ 232275 h 1450905"/>
              <a:gd name="connsiteX173" fmla="*/ 2997410 w 5230266"/>
              <a:gd name="connsiteY173" fmla="*/ 129105 h 1450905"/>
              <a:gd name="connsiteX174" fmla="*/ 2894240 w 5230266"/>
              <a:gd name="connsiteY174" fmla="*/ 25935 h 1450905"/>
              <a:gd name="connsiteX175" fmla="*/ 2336026 w 5230266"/>
              <a:gd name="connsiteY175" fmla="*/ 20748 h 1450905"/>
              <a:gd name="connsiteX176" fmla="*/ 2232856 w 5230266"/>
              <a:gd name="connsiteY176" fmla="*/ 123918 h 1450905"/>
              <a:gd name="connsiteX177" fmla="*/ 2336026 w 5230266"/>
              <a:gd name="connsiteY177" fmla="*/ 227088 h 1450905"/>
              <a:gd name="connsiteX178" fmla="*/ 2439196 w 5230266"/>
              <a:gd name="connsiteY178" fmla="*/ 123918 h 1450905"/>
              <a:gd name="connsiteX179" fmla="*/ 2336026 w 5230266"/>
              <a:gd name="connsiteY179" fmla="*/ 20748 h 1450905"/>
              <a:gd name="connsiteX180" fmla="*/ 1777812 w 5230266"/>
              <a:gd name="connsiteY180" fmla="*/ 15561 h 1450905"/>
              <a:gd name="connsiteX181" fmla="*/ 1674642 w 5230266"/>
              <a:gd name="connsiteY181" fmla="*/ 118731 h 1450905"/>
              <a:gd name="connsiteX182" fmla="*/ 1777812 w 5230266"/>
              <a:gd name="connsiteY182" fmla="*/ 221901 h 1450905"/>
              <a:gd name="connsiteX183" fmla="*/ 1880982 w 5230266"/>
              <a:gd name="connsiteY183" fmla="*/ 118731 h 1450905"/>
              <a:gd name="connsiteX184" fmla="*/ 1777812 w 5230266"/>
              <a:gd name="connsiteY184" fmla="*/ 15561 h 1450905"/>
              <a:gd name="connsiteX185" fmla="*/ 1219598 w 5230266"/>
              <a:gd name="connsiteY185" fmla="*/ 10374 h 1450905"/>
              <a:gd name="connsiteX186" fmla="*/ 1116428 w 5230266"/>
              <a:gd name="connsiteY186" fmla="*/ 113544 h 1450905"/>
              <a:gd name="connsiteX187" fmla="*/ 1219598 w 5230266"/>
              <a:gd name="connsiteY187" fmla="*/ 216714 h 1450905"/>
              <a:gd name="connsiteX188" fmla="*/ 1322768 w 5230266"/>
              <a:gd name="connsiteY188" fmla="*/ 113544 h 1450905"/>
              <a:gd name="connsiteX189" fmla="*/ 1219598 w 5230266"/>
              <a:gd name="connsiteY189" fmla="*/ 10374 h 1450905"/>
              <a:gd name="connsiteX190" fmla="*/ 661384 w 5230266"/>
              <a:gd name="connsiteY190" fmla="*/ 5187 h 1450905"/>
              <a:gd name="connsiteX191" fmla="*/ 558214 w 5230266"/>
              <a:gd name="connsiteY191" fmla="*/ 108357 h 1450905"/>
              <a:gd name="connsiteX192" fmla="*/ 661384 w 5230266"/>
              <a:gd name="connsiteY192" fmla="*/ 211527 h 1450905"/>
              <a:gd name="connsiteX193" fmla="*/ 764554 w 5230266"/>
              <a:gd name="connsiteY193" fmla="*/ 108357 h 1450905"/>
              <a:gd name="connsiteX194" fmla="*/ 661384 w 5230266"/>
              <a:gd name="connsiteY194" fmla="*/ 5187 h 1450905"/>
              <a:gd name="connsiteX195" fmla="*/ 103170 w 5230266"/>
              <a:gd name="connsiteY195" fmla="*/ 0 h 1450905"/>
              <a:gd name="connsiteX196" fmla="*/ 0 w 5230266"/>
              <a:gd name="connsiteY196" fmla="*/ 103170 h 1450905"/>
              <a:gd name="connsiteX197" fmla="*/ 103170 w 5230266"/>
              <a:gd name="connsiteY197" fmla="*/ 206340 h 1450905"/>
              <a:gd name="connsiteX198" fmla="*/ 206340 w 5230266"/>
              <a:gd name="connsiteY198" fmla="*/ 103170 h 1450905"/>
              <a:gd name="connsiteX199" fmla="*/ 103170 w 5230266"/>
              <a:gd name="connsiteY199" fmla="*/ 0 h 1450905"/>
            </a:gdLst>
            <a:ahLst/>
            <a:cxnLst/>
            <a:rect l="l" t="t" r="r" b="b"/>
            <a:pathLst>
              <a:path w="2304" h="287">
                <a:moveTo>
                  <a:pt x="2258" y="196"/>
                </a:moveTo>
                <a:cubicBezTo>
                  <a:pt x="2232" y="195"/>
                  <a:pt x="2212" y="220"/>
                  <a:pt x="2213" y="242"/>
                </a:cubicBezTo>
                <a:cubicBezTo>
                  <a:pt x="2212" y="268"/>
                  <a:pt x="2236" y="288"/>
                  <a:pt x="2258" y="287"/>
                </a:cubicBezTo>
                <a:cubicBezTo>
                  <a:pt x="2284" y="288"/>
                  <a:pt x="2304" y="264"/>
                  <a:pt x="2303" y="242"/>
                </a:cubicBezTo>
                <a:cubicBezTo>
                  <a:pt x="2304" y="216"/>
                  <a:pt x="2280" y="196"/>
                  <a:pt x="2258" y="196"/>
                </a:cubicBezTo>
                <a:close/>
                <a:moveTo>
                  <a:pt x="2012" y="194"/>
                </a:moveTo>
                <a:cubicBezTo>
                  <a:pt x="1987" y="193"/>
                  <a:pt x="1966" y="218"/>
                  <a:pt x="1967" y="240"/>
                </a:cubicBezTo>
                <a:cubicBezTo>
                  <a:pt x="1966" y="265"/>
                  <a:pt x="1990" y="286"/>
                  <a:pt x="2012" y="285"/>
                </a:cubicBezTo>
                <a:cubicBezTo>
                  <a:pt x="2038" y="286"/>
                  <a:pt x="2058" y="262"/>
                  <a:pt x="2058" y="240"/>
                </a:cubicBezTo>
                <a:cubicBezTo>
                  <a:pt x="2059" y="214"/>
                  <a:pt x="2034" y="193"/>
                  <a:pt x="2012" y="194"/>
                </a:cubicBezTo>
                <a:close/>
                <a:moveTo>
                  <a:pt x="1766" y="192"/>
                </a:moveTo>
                <a:cubicBezTo>
                  <a:pt x="1741" y="191"/>
                  <a:pt x="1720" y="215"/>
                  <a:pt x="1721" y="237"/>
                </a:cubicBezTo>
                <a:cubicBezTo>
                  <a:pt x="1720" y="263"/>
                  <a:pt x="1744" y="284"/>
                  <a:pt x="1766" y="283"/>
                </a:cubicBezTo>
                <a:cubicBezTo>
                  <a:pt x="1792" y="284"/>
                  <a:pt x="1813" y="259"/>
                  <a:pt x="1812" y="237"/>
                </a:cubicBezTo>
                <a:cubicBezTo>
                  <a:pt x="1813" y="212"/>
                  <a:pt x="1788" y="191"/>
                  <a:pt x="1766" y="192"/>
                </a:cubicBezTo>
                <a:close/>
                <a:moveTo>
                  <a:pt x="1520" y="190"/>
                </a:moveTo>
                <a:cubicBezTo>
                  <a:pt x="1495" y="189"/>
                  <a:pt x="1474" y="213"/>
                  <a:pt x="1475" y="235"/>
                </a:cubicBezTo>
                <a:cubicBezTo>
                  <a:pt x="1474" y="261"/>
                  <a:pt x="1498" y="281"/>
                  <a:pt x="1520" y="280"/>
                </a:cubicBezTo>
                <a:cubicBezTo>
                  <a:pt x="1546" y="281"/>
                  <a:pt x="1567" y="257"/>
                  <a:pt x="1566" y="235"/>
                </a:cubicBezTo>
                <a:cubicBezTo>
                  <a:pt x="1567" y="209"/>
                  <a:pt x="1543" y="189"/>
                  <a:pt x="1520" y="190"/>
                </a:cubicBezTo>
                <a:close/>
                <a:moveTo>
                  <a:pt x="1275" y="187"/>
                </a:moveTo>
                <a:cubicBezTo>
                  <a:pt x="1249" y="186"/>
                  <a:pt x="1228" y="211"/>
                  <a:pt x="1229" y="233"/>
                </a:cubicBezTo>
                <a:cubicBezTo>
                  <a:pt x="1228" y="258"/>
                  <a:pt x="1253" y="279"/>
                  <a:pt x="1275" y="278"/>
                </a:cubicBezTo>
                <a:cubicBezTo>
                  <a:pt x="1300" y="279"/>
                  <a:pt x="1321" y="255"/>
                  <a:pt x="1320" y="233"/>
                </a:cubicBezTo>
                <a:cubicBezTo>
                  <a:pt x="1321" y="207"/>
                  <a:pt x="1297" y="186"/>
                  <a:pt x="1275" y="187"/>
                </a:cubicBezTo>
                <a:close/>
                <a:moveTo>
                  <a:pt x="1029" y="185"/>
                </a:moveTo>
                <a:cubicBezTo>
                  <a:pt x="1003" y="184"/>
                  <a:pt x="983" y="208"/>
                  <a:pt x="983" y="230"/>
                </a:cubicBezTo>
                <a:cubicBezTo>
                  <a:pt x="982" y="256"/>
                  <a:pt x="1007" y="277"/>
                  <a:pt x="1029" y="276"/>
                </a:cubicBezTo>
                <a:cubicBezTo>
                  <a:pt x="1054" y="277"/>
                  <a:pt x="1075" y="252"/>
                  <a:pt x="1074" y="230"/>
                </a:cubicBezTo>
                <a:cubicBezTo>
                  <a:pt x="1075" y="205"/>
                  <a:pt x="1051" y="184"/>
                  <a:pt x="1029" y="185"/>
                </a:cubicBezTo>
                <a:close/>
                <a:moveTo>
                  <a:pt x="783" y="183"/>
                </a:moveTo>
                <a:cubicBezTo>
                  <a:pt x="757" y="182"/>
                  <a:pt x="737" y="206"/>
                  <a:pt x="738" y="228"/>
                </a:cubicBezTo>
                <a:cubicBezTo>
                  <a:pt x="736" y="254"/>
                  <a:pt x="761" y="274"/>
                  <a:pt x="783" y="274"/>
                </a:cubicBezTo>
                <a:cubicBezTo>
                  <a:pt x="809" y="275"/>
                  <a:pt x="829" y="250"/>
                  <a:pt x="828" y="228"/>
                </a:cubicBezTo>
                <a:cubicBezTo>
                  <a:pt x="829" y="202"/>
                  <a:pt x="805" y="182"/>
                  <a:pt x="783" y="183"/>
                </a:cubicBezTo>
                <a:close/>
                <a:moveTo>
                  <a:pt x="537" y="180"/>
                </a:moveTo>
                <a:cubicBezTo>
                  <a:pt x="511" y="179"/>
                  <a:pt x="491" y="204"/>
                  <a:pt x="492" y="226"/>
                </a:cubicBezTo>
                <a:cubicBezTo>
                  <a:pt x="491" y="252"/>
                  <a:pt x="515" y="272"/>
                  <a:pt x="537" y="271"/>
                </a:cubicBezTo>
                <a:cubicBezTo>
                  <a:pt x="563" y="272"/>
                  <a:pt x="583" y="248"/>
                  <a:pt x="583" y="226"/>
                </a:cubicBezTo>
                <a:cubicBezTo>
                  <a:pt x="584" y="200"/>
                  <a:pt x="559" y="180"/>
                  <a:pt x="537" y="180"/>
                </a:cubicBezTo>
                <a:close/>
                <a:moveTo>
                  <a:pt x="291" y="178"/>
                </a:moveTo>
                <a:cubicBezTo>
                  <a:pt x="266" y="177"/>
                  <a:pt x="245" y="202"/>
                  <a:pt x="246" y="224"/>
                </a:cubicBezTo>
                <a:cubicBezTo>
                  <a:pt x="245" y="249"/>
                  <a:pt x="269" y="270"/>
                  <a:pt x="291" y="269"/>
                </a:cubicBezTo>
                <a:cubicBezTo>
                  <a:pt x="317" y="270"/>
                  <a:pt x="338" y="246"/>
                  <a:pt x="337" y="224"/>
                </a:cubicBezTo>
                <a:cubicBezTo>
                  <a:pt x="338" y="198"/>
                  <a:pt x="313" y="177"/>
                  <a:pt x="291" y="178"/>
                </a:cubicBezTo>
                <a:close/>
                <a:moveTo>
                  <a:pt x="45" y="176"/>
                </a:moveTo>
                <a:cubicBezTo>
                  <a:pt x="20" y="175"/>
                  <a:pt x="-1" y="199"/>
                  <a:pt x="0" y="221"/>
                </a:cubicBezTo>
                <a:cubicBezTo>
                  <a:pt x="-1" y="247"/>
                  <a:pt x="23" y="268"/>
                  <a:pt x="45" y="267"/>
                </a:cubicBezTo>
                <a:cubicBezTo>
                  <a:pt x="71" y="268"/>
                  <a:pt x="92" y="243"/>
                  <a:pt x="91" y="221"/>
                </a:cubicBezTo>
                <a:cubicBezTo>
                  <a:pt x="92" y="196"/>
                  <a:pt x="67" y="175"/>
                  <a:pt x="45" y="176"/>
                </a:cubicBezTo>
                <a:close/>
                <a:moveTo>
                  <a:pt x="2258" y="21"/>
                </a:moveTo>
                <a:cubicBezTo>
                  <a:pt x="2232" y="20"/>
                  <a:pt x="2212" y="44"/>
                  <a:pt x="2213" y="66"/>
                </a:cubicBezTo>
                <a:cubicBezTo>
                  <a:pt x="2212" y="92"/>
                  <a:pt x="2236" y="112"/>
                  <a:pt x="2258" y="111"/>
                </a:cubicBezTo>
                <a:cubicBezTo>
                  <a:pt x="2284" y="112"/>
                  <a:pt x="2304" y="88"/>
                  <a:pt x="2303" y="66"/>
                </a:cubicBezTo>
                <a:cubicBezTo>
                  <a:pt x="2304" y="40"/>
                  <a:pt x="2280" y="20"/>
                  <a:pt x="2258" y="21"/>
                </a:cubicBezTo>
                <a:close/>
                <a:moveTo>
                  <a:pt x="2012" y="18"/>
                </a:moveTo>
                <a:cubicBezTo>
                  <a:pt x="1987" y="17"/>
                  <a:pt x="1966" y="42"/>
                  <a:pt x="1967" y="64"/>
                </a:cubicBezTo>
                <a:cubicBezTo>
                  <a:pt x="1966" y="89"/>
                  <a:pt x="1990" y="110"/>
                  <a:pt x="2012" y="109"/>
                </a:cubicBezTo>
                <a:cubicBezTo>
                  <a:pt x="2038" y="110"/>
                  <a:pt x="2058" y="86"/>
                  <a:pt x="2058" y="64"/>
                </a:cubicBezTo>
                <a:cubicBezTo>
                  <a:pt x="2059" y="38"/>
                  <a:pt x="2034" y="17"/>
                  <a:pt x="2012" y="18"/>
                </a:cubicBezTo>
                <a:close/>
                <a:moveTo>
                  <a:pt x="1766" y="16"/>
                </a:moveTo>
                <a:cubicBezTo>
                  <a:pt x="1741" y="15"/>
                  <a:pt x="1720" y="39"/>
                  <a:pt x="1721" y="61"/>
                </a:cubicBezTo>
                <a:cubicBezTo>
                  <a:pt x="1720" y="87"/>
                  <a:pt x="1744" y="108"/>
                  <a:pt x="1766" y="107"/>
                </a:cubicBezTo>
                <a:cubicBezTo>
                  <a:pt x="1792" y="108"/>
                  <a:pt x="1813" y="83"/>
                  <a:pt x="1812" y="61"/>
                </a:cubicBezTo>
                <a:cubicBezTo>
                  <a:pt x="1813" y="36"/>
                  <a:pt x="1788" y="15"/>
                  <a:pt x="1766" y="16"/>
                </a:cubicBezTo>
                <a:close/>
                <a:moveTo>
                  <a:pt x="1520" y="14"/>
                </a:moveTo>
                <a:cubicBezTo>
                  <a:pt x="1495" y="13"/>
                  <a:pt x="1474" y="37"/>
                  <a:pt x="1475" y="59"/>
                </a:cubicBezTo>
                <a:cubicBezTo>
                  <a:pt x="1474" y="85"/>
                  <a:pt x="1498" y="105"/>
                  <a:pt x="1520" y="105"/>
                </a:cubicBezTo>
                <a:cubicBezTo>
                  <a:pt x="1546" y="106"/>
                  <a:pt x="1567" y="81"/>
                  <a:pt x="1566" y="59"/>
                </a:cubicBezTo>
                <a:cubicBezTo>
                  <a:pt x="1567" y="33"/>
                  <a:pt x="1543" y="13"/>
                  <a:pt x="1520" y="14"/>
                </a:cubicBezTo>
                <a:close/>
                <a:moveTo>
                  <a:pt x="1275" y="11"/>
                </a:moveTo>
                <a:cubicBezTo>
                  <a:pt x="1249" y="10"/>
                  <a:pt x="1228" y="35"/>
                  <a:pt x="1229" y="57"/>
                </a:cubicBezTo>
                <a:cubicBezTo>
                  <a:pt x="1228" y="83"/>
                  <a:pt x="1253" y="103"/>
                  <a:pt x="1275" y="102"/>
                </a:cubicBezTo>
                <a:cubicBezTo>
                  <a:pt x="1300" y="103"/>
                  <a:pt x="1321" y="79"/>
                  <a:pt x="1320" y="57"/>
                </a:cubicBezTo>
                <a:cubicBezTo>
                  <a:pt x="1321" y="31"/>
                  <a:pt x="1297" y="11"/>
                  <a:pt x="1275" y="11"/>
                </a:cubicBezTo>
                <a:close/>
                <a:moveTo>
                  <a:pt x="1029" y="9"/>
                </a:moveTo>
                <a:cubicBezTo>
                  <a:pt x="1003" y="8"/>
                  <a:pt x="983" y="33"/>
                  <a:pt x="983" y="55"/>
                </a:cubicBezTo>
                <a:cubicBezTo>
                  <a:pt x="982" y="80"/>
                  <a:pt x="1007" y="101"/>
                  <a:pt x="1029" y="100"/>
                </a:cubicBezTo>
                <a:cubicBezTo>
                  <a:pt x="1054" y="101"/>
                  <a:pt x="1075" y="77"/>
                  <a:pt x="1074" y="55"/>
                </a:cubicBezTo>
                <a:cubicBezTo>
                  <a:pt x="1075" y="29"/>
                  <a:pt x="1051" y="8"/>
                  <a:pt x="1029" y="9"/>
                </a:cubicBezTo>
                <a:close/>
                <a:moveTo>
                  <a:pt x="783" y="7"/>
                </a:moveTo>
                <a:cubicBezTo>
                  <a:pt x="757" y="6"/>
                  <a:pt x="737" y="30"/>
                  <a:pt x="738" y="52"/>
                </a:cubicBezTo>
                <a:cubicBezTo>
                  <a:pt x="736" y="78"/>
                  <a:pt x="761" y="99"/>
                  <a:pt x="783" y="98"/>
                </a:cubicBezTo>
                <a:cubicBezTo>
                  <a:pt x="809" y="99"/>
                  <a:pt x="829" y="74"/>
                  <a:pt x="828" y="52"/>
                </a:cubicBezTo>
                <a:cubicBezTo>
                  <a:pt x="829" y="27"/>
                  <a:pt x="805" y="6"/>
                  <a:pt x="783" y="7"/>
                </a:cubicBezTo>
                <a:close/>
                <a:moveTo>
                  <a:pt x="537" y="5"/>
                </a:moveTo>
                <a:cubicBezTo>
                  <a:pt x="511" y="4"/>
                  <a:pt x="491" y="28"/>
                  <a:pt x="492" y="50"/>
                </a:cubicBezTo>
                <a:cubicBezTo>
                  <a:pt x="491" y="76"/>
                  <a:pt x="515" y="96"/>
                  <a:pt x="537" y="95"/>
                </a:cubicBezTo>
                <a:cubicBezTo>
                  <a:pt x="563" y="96"/>
                  <a:pt x="583" y="72"/>
                  <a:pt x="583" y="50"/>
                </a:cubicBezTo>
                <a:cubicBezTo>
                  <a:pt x="584" y="24"/>
                  <a:pt x="559" y="4"/>
                  <a:pt x="537" y="5"/>
                </a:cubicBezTo>
                <a:close/>
                <a:moveTo>
                  <a:pt x="291" y="2"/>
                </a:moveTo>
                <a:cubicBezTo>
                  <a:pt x="266" y="1"/>
                  <a:pt x="245" y="26"/>
                  <a:pt x="246" y="48"/>
                </a:cubicBezTo>
                <a:cubicBezTo>
                  <a:pt x="245" y="73"/>
                  <a:pt x="269" y="94"/>
                  <a:pt x="291" y="93"/>
                </a:cubicBezTo>
                <a:cubicBezTo>
                  <a:pt x="317" y="94"/>
                  <a:pt x="338" y="70"/>
                  <a:pt x="337" y="48"/>
                </a:cubicBezTo>
                <a:cubicBezTo>
                  <a:pt x="338" y="22"/>
                  <a:pt x="313" y="1"/>
                  <a:pt x="291" y="2"/>
                </a:cubicBezTo>
                <a:close/>
                <a:moveTo>
                  <a:pt x="45" y="0"/>
                </a:moveTo>
                <a:cubicBezTo>
                  <a:pt x="20" y="-1"/>
                  <a:pt x="-1" y="23"/>
                  <a:pt x="0" y="45"/>
                </a:cubicBezTo>
                <a:cubicBezTo>
                  <a:pt x="-1" y="71"/>
                  <a:pt x="23" y="92"/>
                  <a:pt x="45" y="91"/>
                </a:cubicBezTo>
                <a:cubicBezTo>
                  <a:pt x="71" y="92"/>
                  <a:pt x="92" y="67"/>
                  <a:pt x="91" y="45"/>
                </a:cubicBezTo>
                <a:cubicBezTo>
                  <a:pt x="92" y="20"/>
                  <a:pt x="67" y="-1"/>
                  <a:pt x="45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任意多边形: 形状 192"/>
          <p:cNvSpPr>
            <a:spLocks noGrp="1"/>
          </p:cNvSpPr>
          <p:nvPr/>
        </p:nvSpPr>
        <p:spPr>
          <a:xfrm flipH="1">
            <a:off x="8686224" y="1582303"/>
            <a:ext cx="1462682" cy="182425"/>
          </a:xfrm>
          <a:custGeom>
            <a:avLst/>
            <a:gdLst>
              <a:gd name="connsiteX0" fmla="*/ 5127096 w 5230266"/>
              <a:gd name="connsiteY0" fmla="*/ 1244565 h 1450905"/>
              <a:gd name="connsiteX1" fmla="*/ 5023926 w 5230266"/>
              <a:gd name="connsiteY1" fmla="*/ 1347735 h 1450905"/>
              <a:gd name="connsiteX2" fmla="*/ 5127096 w 5230266"/>
              <a:gd name="connsiteY2" fmla="*/ 1450905 h 1450905"/>
              <a:gd name="connsiteX3" fmla="*/ 5230266 w 5230266"/>
              <a:gd name="connsiteY3" fmla="*/ 1347735 h 1450905"/>
              <a:gd name="connsiteX4" fmla="*/ 5127096 w 5230266"/>
              <a:gd name="connsiteY4" fmla="*/ 1244565 h 1450905"/>
              <a:gd name="connsiteX5" fmla="*/ 4568882 w 5230266"/>
              <a:gd name="connsiteY5" fmla="*/ 1239378 h 1450905"/>
              <a:gd name="connsiteX6" fmla="*/ 4465712 w 5230266"/>
              <a:gd name="connsiteY6" fmla="*/ 1342548 h 1450905"/>
              <a:gd name="connsiteX7" fmla="*/ 4568882 w 5230266"/>
              <a:gd name="connsiteY7" fmla="*/ 1445718 h 1450905"/>
              <a:gd name="connsiteX8" fmla="*/ 4672052 w 5230266"/>
              <a:gd name="connsiteY8" fmla="*/ 1342548 h 1450905"/>
              <a:gd name="connsiteX9" fmla="*/ 4568882 w 5230266"/>
              <a:gd name="connsiteY9" fmla="*/ 1239378 h 1450905"/>
              <a:gd name="connsiteX10" fmla="*/ 4010668 w 5230266"/>
              <a:gd name="connsiteY10" fmla="*/ 1234191 h 1450905"/>
              <a:gd name="connsiteX11" fmla="*/ 3907498 w 5230266"/>
              <a:gd name="connsiteY11" fmla="*/ 1337361 h 1450905"/>
              <a:gd name="connsiteX12" fmla="*/ 4010668 w 5230266"/>
              <a:gd name="connsiteY12" fmla="*/ 1440531 h 1450905"/>
              <a:gd name="connsiteX13" fmla="*/ 4113838 w 5230266"/>
              <a:gd name="connsiteY13" fmla="*/ 1337361 h 1450905"/>
              <a:gd name="connsiteX14" fmla="*/ 4010668 w 5230266"/>
              <a:gd name="connsiteY14" fmla="*/ 1234191 h 1450905"/>
              <a:gd name="connsiteX15" fmla="*/ 3452454 w 5230266"/>
              <a:gd name="connsiteY15" fmla="*/ 1229004 h 1450905"/>
              <a:gd name="connsiteX16" fmla="*/ 3349284 w 5230266"/>
              <a:gd name="connsiteY16" fmla="*/ 1332174 h 1450905"/>
              <a:gd name="connsiteX17" fmla="*/ 3452454 w 5230266"/>
              <a:gd name="connsiteY17" fmla="*/ 1435344 h 1450905"/>
              <a:gd name="connsiteX18" fmla="*/ 3555624 w 5230266"/>
              <a:gd name="connsiteY18" fmla="*/ 1332174 h 1450905"/>
              <a:gd name="connsiteX19" fmla="*/ 3452454 w 5230266"/>
              <a:gd name="connsiteY19" fmla="*/ 1229004 h 1450905"/>
              <a:gd name="connsiteX20" fmla="*/ 2894240 w 5230266"/>
              <a:gd name="connsiteY20" fmla="*/ 1223817 h 1450905"/>
              <a:gd name="connsiteX21" fmla="*/ 2791070 w 5230266"/>
              <a:gd name="connsiteY21" fmla="*/ 1326987 h 1450905"/>
              <a:gd name="connsiteX22" fmla="*/ 2894240 w 5230266"/>
              <a:gd name="connsiteY22" fmla="*/ 1430157 h 1450905"/>
              <a:gd name="connsiteX23" fmla="*/ 2997410 w 5230266"/>
              <a:gd name="connsiteY23" fmla="*/ 1326987 h 1450905"/>
              <a:gd name="connsiteX24" fmla="*/ 2894240 w 5230266"/>
              <a:gd name="connsiteY24" fmla="*/ 1223817 h 1450905"/>
              <a:gd name="connsiteX25" fmla="*/ 2336026 w 5230266"/>
              <a:gd name="connsiteY25" fmla="*/ 1218630 h 1450905"/>
              <a:gd name="connsiteX26" fmla="*/ 2232856 w 5230266"/>
              <a:gd name="connsiteY26" fmla="*/ 1321800 h 1450905"/>
              <a:gd name="connsiteX27" fmla="*/ 2336026 w 5230266"/>
              <a:gd name="connsiteY27" fmla="*/ 1424970 h 1450905"/>
              <a:gd name="connsiteX28" fmla="*/ 2439196 w 5230266"/>
              <a:gd name="connsiteY28" fmla="*/ 1321800 h 1450905"/>
              <a:gd name="connsiteX29" fmla="*/ 2336026 w 5230266"/>
              <a:gd name="connsiteY29" fmla="*/ 1218630 h 1450905"/>
              <a:gd name="connsiteX30" fmla="*/ 1777812 w 5230266"/>
              <a:gd name="connsiteY30" fmla="*/ 1213443 h 1450905"/>
              <a:gd name="connsiteX31" fmla="*/ 1674642 w 5230266"/>
              <a:gd name="connsiteY31" fmla="*/ 1316613 h 1450905"/>
              <a:gd name="connsiteX32" fmla="*/ 1777812 w 5230266"/>
              <a:gd name="connsiteY32" fmla="*/ 1419783 h 1450905"/>
              <a:gd name="connsiteX33" fmla="*/ 1880982 w 5230266"/>
              <a:gd name="connsiteY33" fmla="*/ 1316613 h 1450905"/>
              <a:gd name="connsiteX34" fmla="*/ 1777812 w 5230266"/>
              <a:gd name="connsiteY34" fmla="*/ 1213443 h 1450905"/>
              <a:gd name="connsiteX35" fmla="*/ 1219598 w 5230266"/>
              <a:gd name="connsiteY35" fmla="*/ 1208256 h 1450905"/>
              <a:gd name="connsiteX36" fmla="*/ 1116428 w 5230266"/>
              <a:gd name="connsiteY36" fmla="*/ 1311426 h 1450905"/>
              <a:gd name="connsiteX37" fmla="*/ 1219598 w 5230266"/>
              <a:gd name="connsiteY37" fmla="*/ 1414596 h 1450905"/>
              <a:gd name="connsiteX38" fmla="*/ 1322768 w 5230266"/>
              <a:gd name="connsiteY38" fmla="*/ 1311426 h 1450905"/>
              <a:gd name="connsiteX39" fmla="*/ 1219598 w 5230266"/>
              <a:gd name="connsiteY39" fmla="*/ 1208256 h 1450905"/>
              <a:gd name="connsiteX40" fmla="*/ 661384 w 5230266"/>
              <a:gd name="connsiteY40" fmla="*/ 1203069 h 1450905"/>
              <a:gd name="connsiteX41" fmla="*/ 558214 w 5230266"/>
              <a:gd name="connsiteY41" fmla="*/ 1306239 h 1450905"/>
              <a:gd name="connsiteX42" fmla="*/ 661384 w 5230266"/>
              <a:gd name="connsiteY42" fmla="*/ 1409409 h 1450905"/>
              <a:gd name="connsiteX43" fmla="*/ 764554 w 5230266"/>
              <a:gd name="connsiteY43" fmla="*/ 1306239 h 1450905"/>
              <a:gd name="connsiteX44" fmla="*/ 661384 w 5230266"/>
              <a:gd name="connsiteY44" fmla="*/ 1203069 h 1450905"/>
              <a:gd name="connsiteX45" fmla="*/ 103170 w 5230266"/>
              <a:gd name="connsiteY45" fmla="*/ 1197882 h 1450905"/>
              <a:gd name="connsiteX46" fmla="*/ 0 w 5230266"/>
              <a:gd name="connsiteY46" fmla="*/ 1301052 h 1450905"/>
              <a:gd name="connsiteX47" fmla="*/ 103170 w 5230266"/>
              <a:gd name="connsiteY47" fmla="*/ 1404222 h 1450905"/>
              <a:gd name="connsiteX48" fmla="*/ 206340 w 5230266"/>
              <a:gd name="connsiteY48" fmla="*/ 1301052 h 1450905"/>
              <a:gd name="connsiteX49" fmla="*/ 103170 w 5230266"/>
              <a:gd name="connsiteY49" fmla="*/ 1197882 h 1450905"/>
              <a:gd name="connsiteX50" fmla="*/ 5127096 w 5230266"/>
              <a:gd name="connsiteY50" fmla="*/ 845271 h 1450905"/>
              <a:gd name="connsiteX51" fmla="*/ 5023926 w 5230266"/>
              <a:gd name="connsiteY51" fmla="*/ 948441 h 1450905"/>
              <a:gd name="connsiteX52" fmla="*/ 5127096 w 5230266"/>
              <a:gd name="connsiteY52" fmla="*/ 1051611 h 1450905"/>
              <a:gd name="connsiteX53" fmla="*/ 5230266 w 5230266"/>
              <a:gd name="connsiteY53" fmla="*/ 948441 h 1450905"/>
              <a:gd name="connsiteX54" fmla="*/ 5127096 w 5230266"/>
              <a:gd name="connsiteY54" fmla="*/ 845271 h 1450905"/>
              <a:gd name="connsiteX55" fmla="*/ 4568882 w 5230266"/>
              <a:gd name="connsiteY55" fmla="*/ 840084 h 1450905"/>
              <a:gd name="connsiteX56" fmla="*/ 4465712 w 5230266"/>
              <a:gd name="connsiteY56" fmla="*/ 943254 h 1450905"/>
              <a:gd name="connsiteX57" fmla="*/ 4568882 w 5230266"/>
              <a:gd name="connsiteY57" fmla="*/ 1046424 h 1450905"/>
              <a:gd name="connsiteX58" fmla="*/ 4672052 w 5230266"/>
              <a:gd name="connsiteY58" fmla="*/ 943254 h 1450905"/>
              <a:gd name="connsiteX59" fmla="*/ 4568882 w 5230266"/>
              <a:gd name="connsiteY59" fmla="*/ 840084 h 1450905"/>
              <a:gd name="connsiteX60" fmla="*/ 4010668 w 5230266"/>
              <a:gd name="connsiteY60" fmla="*/ 834897 h 1450905"/>
              <a:gd name="connsiteX61" fmla="*/ 3907498 w 5230266"/>
              <a:gd name="connsiteY61" fmla="*/ 938067 h 1450905"/>
              <a:gd name="connsiteX62" fmla="*/ 4010668 w 5230266"/>
              <a:gd name="connsiteY62" fmla="*/ 1041237 h 1450905"/>
              <a:gd name="connsiteX63" fmla="*/ 4113838 w 5230266"/>
              <a:gd name="connsiteY63" fmla="*/ 938067 h 1450905"/>
              <a:gd name="connsiteX64" fmla="*/ 4010668 w 5230266"/>
              <a:gd name="connsiteY64" fmla="*/ 834897 h 1450905"/>
              <a:gd name="connsiteX65" fmla="*/ 3452454 w 5230266"/>
              <a:gd name="connsiteY65" fmla="*/ 829710 h 1450905"/>
              <a:gd name="connsiteX66" fmla="*/ 3349284 w 5230266"/>
              <a:gd name="connsiteY66" fmla="*/ 932880 h 1450905"/>
              <a:gd name="connsiteX67" fmla="*/ 3452454 w 5230266"/>
              <a:gd name="connsiteY67" fmla="*/ 1036050 h 1450905"/>
              <a:gd name="connsiteX68" fmla="*/ 3555624 w 5230266"/>
              <a:gd name="connsiteY68" fmla="*/ 932880 h 1450905"/>
              <a:gd name="connsiteX69" fmla="*/ 3452454 w 5230266"/>
              <a:gd name="connsiteY69" fmla="*/ 829710 h 1450905"/>
              <a:gd name="connsiteX70" fmla="*/ 2894240 w 5230266"/>
              <a:gd name="connsiteY70" fmla="*/ 824523 h 1450905"/>
              <a:gd name="connsiteX71" fmla="*/ 2791070 w 5230266"/>
              <a:gd name="connsiteY71" fmla="*/ 927693 h 1450905"/>
              <a:gd name="connsiteX72" fmla="*/ 2894240 w 5230266"/>
              <a:gd name="connsiteY72" fmla="*/ 1030863 h 1450905"/>
              <a:gd name="connsiteX73" fmla="*/ 2997410 w 5230266"/>
              <a:gd name="connsiteY73" fmla="*/ 927693 h 1450905"/>
              <a:gd name="connsiteX74" fmla="*/ 2894240 w 5230266"/>
              <a:gd name="connsiteY74" fmla="*/ 824523 h 1450905"/>
              <a:gd name="connsiteX75" fmla="*/ 2336026 w 5230266"/>
              <a:gd name="connsiteY75" fmla="*/ 819336 h 1450905"/>
              <a:gd name="connsiteX76" fmla="*/ 2232856 w 5230266"/>
              <a:gd name="connsiteY76" fmla="*/ 922506 h 1450905"/>
              <a:gd name="connsiteX77" fmla="*/ 2336026 w 5230266"/>
              <a:gd name="connsiteY77" fmla="*/ 1025676 h 1450905"/>
              <a:gd name="connsiteX78" fmla="*/ 2439196 w 5230266"/>
              <a:gd name="connsiteY78" fmla="*/ 922506 h 1450905"/>
              <a:gd name="connsiteX79" fmla="*/ 2336026 w 5230266"/>
              <a:gd name="connsiteY79" fmla="*/ 819336 h 1450905"/>
              <a:gd name="connsiteX80" fmla="*/ 1777812 w 5230266"/>
              <a:gd name="connsiteY80" fmla="*/ 814149 h 1450905"/>
              <a:gd name="connsiteX81" fmla="*/ 1674642 w 5230266"/>
              <a:gd name="connsiteY81" fmla="*/ 917319 h 1450905"/>
              <a:gd name="connsiteX82" fmla="*/ 1777812 w 5230266"/>
              <a:gd name="connsiteY82" fmla="*/ 1020489 h 1450905"/>
              <a:gd name="connsiteX83" fmla="*/ 1880982 w 5230266"/>
              <a:gd name="connsiteY83" fmla="*/ 917319 h 1450905"/>
              <a:gd name="connsiteX84" fmla="*/ 1777812 w 5230266"/>
              <a:gd name="connsiteY84" fmla="*/ 814149 h 1450905"/>
              <a:gd name="connsiteX85" fmla="*/ 1219598 w 5230266"/>
              <a:gd name="connsiteY85" fmla="*/ 808962 h 1450905"/>
              <a:gd name="connsiteX86" fmla="*/ 1116428 w 5230266"/>
              <a:gd name="connsiteY86" fmla="*/ 912132 h 1450905"/>
              <a:gd name="connsiteX87" fmla="*/ 1219598 w 5230266"/>
              <a:gd name="connsiteY87" fmla="*/ 1015302 h 1450905"/>
              <a:gd name="connsiteX88" fmla="*/ 1322768 w 5230266"/>
              <a:gd name="connsiteY88" fmla="*/ 912132 h 1450905"/>
              <a:gd name="connsiteX89" fmla="*/ 1219598 w 5230266"/>
              <a:gd name="connsiteY89" fmla="*/ 808962 h 1450905"/>
              <a:gd name="connsiteX90" fmla="*/ 661384 w 5230266"/>
              <a:gd name="connsiteY90" fmla="*/ 803775 h 1450905"/>
              <a:gd name="connsiteX91" fmla="*/ 558214 w 5230266"/>
              <a:gd name="connsiteY91" fmla="*/ 906945 h 1450905"/>
              <a:gd name="connsiteX92" fmla="*/ 661384 w 5230266"/>
              <a:gd name="connsiteY92" fmla="*/ 1010115 h 1450905"/>
              <a:gd name="connsiteX93" fmla="*/ 764554 w 5230266"/>
              <a:gd name="connsiteY93" fmla="*/ 906945 h 1450905"/>
              <a:gd name="connsiteX94" fmla="*/ 661384 w 5230266"/>
              <a:gd name="connsiteY94" fmla="*/ 803775 h 1450905"/>
              <a:gd name="connsiteX95" fmla="*/ 103170 w 5230266"/>
              <a:gd name="connsiteY95" fmla="*/ 798588 h 1450905"/>
              <a:gd name="connsiteX96" fmla="*/ 0 w 5230266"/>
              <a:gd name="connsiteY96" fmla="*/ 901758 h 1450905"/>
              <a:gd name="connsiteX97" fmla="*/ 103170 w 5230266"/>
              <a:gd name="connsiteY97" fmla="*/ 1004928 h 1450905"/>
              <a:gd name="connsiteX98" fmla="*/ 206340 w 5230266"/>
              <a:gd name="connsiteY98" fmla="*/ 901758 h 1450905"/>
              <a:gd name="connsiteX99" fmla="*/ 103170 w 5230266"/>
              <a:gd name="connsiteY99" fmla="*/ 798588 h 1450905"/>
              <a:gd name="connsiteX100" fmla="*/ 5127096 w 5230266"/>
              <a:gd name="connsiteY100" fmla="*/ 445977 h 1450905"/>
              <a:gd name="connsiteX101" fmla="*/ 5023926 w 5230266"/>
              <a:gd name="connsiteY101" fmla="*/ 549147 h 1450905"/>
              <a:gd name="connsiteX102" fmla="*/ 5127096 w 5230266"/>
              <a:gd name="connsiteY102" fmla="*/ 652317 h 1450905"/>
              <a:gd name="connsiteX103" fmla="*/ 5230266 w 5230266"/>
              <a:gd name="connsiteY103" fmla="*/ 549147 h 1450905"/>
              <a:gd name="connsiteX104" fmla="*/ 5127096 w 5230266"/>
              <a:gd name="connsiteY104" fmla="*/ 445977 h 1450905"/>
              <a:gd name="connsiteX105" fmla="*/ 4568882 w 5230266"/>
              <a:gd name="connsiteY105" fmla="*/ 440790 h 1450905"/>
              <a:gd name="connsiteX106" fmla="*/ 4465712 w 5230266"/>
              <a:gd name="connsiteY106" fmla="*/ 543960 h 1450905"/>
              <a:gd name="connsiteX107" fmla="*/ 4568882 w 5230266"/>
              <a:gd name="connsiteY107" fmla="*/ 647130 h 1450905"/>
              <a:gd name="connsiteX108" fmla="*/ 4672052 w 5230266"/>
              <a:gd name="connsiteY108" fmla="*/ 543960 h 1450905"/>
              <a:gd name="connsiteX109" fmla="*/ 4568882 w 5230266"/>
              <a:gd name="connsiteY109" fmla="*/ 440790 h 1450905"/>
              <a:gd name="connsiteX110" fmla="*/ 4010668 w 5230266"/>
              <a:gd name="connsiteY110" fmla="*/ 435603 h 1450905"/>
              <a:gd name="connsiteX111" fmla="*/ 3907498 w 5230266"/>
              <a:gd name="connsiteY111" fmla="*/ 538773 h 1450905"/>
              <a:gd name="connsiteX112" fmla="*/ 4010668 w 5230266"/>
              <a:gd name="connsiteY112" fmla="*/ 641943 h 1450905"/>
              <a:gd name="connsiteX113" fmla="*/ 4113838 w 5230266"/>
              <a:gd name="connsiteY113" fmla="*/ 538773 h 1450905"/>
              <a:gd name="connsiteX114" fmla="*/ 4010668 w 5230266"/>
              <a:gd name="connsiteY114" fmla="*/ 435603 h 1450905"/>
              <a:gd name="connsiteX115" fmla="*/ 3452454 w 5230266"/>
              <a:gd name="connsiteY115" fmla="*/ 430416 h 1450905"/>
              <a:gd name="connsiteX116" fmla="*/ 3349284 w 5230266"/>
              <a:gd name="connsiteY116" fmla="*/ 533586 h 1450905"/>
              <a:gd name="connsiteX117" fmla="*/ 3452454 w 5230266"/>
              <a:gd name="connsiteY117" fmla="*/ 636756 h 1450905"/>
              <a:gd name="connsiteX118" fmla="*/ 3555624 w 5230266"/>
              <a:gd name="connsiteY118" fmla="*/ 533586 h 1450905"/>
              <a:gd name="connsiteX119" fmla="*/ 3452454 w 5230266"/>
              <a:gd name="connsiteY119" fmla="*/ 430416 h 1450905"/>
              <a:gd name="connsiteX120" fmla="*/ 2894240 w 5230266"/>
              <a:gd name="connsiteY120" fmla="*/ 425229 h 1450905"/>
              <a:gd name="connsiteX121" fmla="*/ 2791070 w 5230266"/>
              <a:gd name="connsiteY121" fmla="*/ 528399 h 1450905"/>
              <a:gd name="connsiteX122" fmla="*/ 2894240 w 5230266"/>
              <a:gd name="connsiteY122" fmla="*/ 631569 h 1450905"/>
              <a:gd name="connsiteX123" fmla="*/ 2997410 w 5230266"/>
              <a:gd name="connsiteY123" fmla="*/ 528399 h 1450905"/>
              <a:gd name="connsiteX124" fmla="*/ 2894240 w 5230266"/>
              <a:gd name="connsiteY124" fmla="*/ 425229 h 1450905"/>
              <a:gd name="connsiteX125" fmla="*/ 2336026 w 5230266"/>
              <a:gd name="connsiteY125" fmla="*/ 420042 h 1450905"/>
              <a:gd name="connsiteX126" fmla="*/ 2232856 w 5230266"/>
              <a:gd name="connsiteY126" fmla="*/ 523212 h 1450905"/>
              <a:gd name="connsiteX127" fmla="*/ 2336026 w 5230266"/>
              <a:gd name="connsiteY127" fmla="*/ 626382 h 1450905"/>
              <a:gd name="connsiteX128" fmla="*/ 2439196 w 5230266"/>
              <a:gd name="connsiteY128" fmla="*/ 523212 h 1450905"/>
              <a:gd name="connsiteX129" fmla="*/ 2336026 w 5230266"/>
              <a:gd name="connsiteY129" fmla="*/ 420042 h 1450905"/>
              <a:gd name="connsiteX130" fmla="*/ 1777812 w 5230266"/>
              <a:gd name="connsiteY130" fmla="*/ 414855 h 1450905"/>
              <a:gd name="connsiteX131" fmla="*/ 1674642 w 5230266"/>
              <a:gd name="connsiteY131" fmla="*/ 518025 h 1450905"/>
              <a:gd name="connsiteX132" fmla="*/ 1777812 w 5230266"/>
              <a:gd name="connsiteY132" fmla="*/ 621195 h 1450905"/>
              <a:gd name="connsiteX133" fmla="*/ 1880982 w 5230266"/>
              <a:gd name="connsiteY133" fmla="*/ 518025 h 1450905"/>
              <a:gd name="connsiteX134" fmla="*/ 1777812 w 5230266"/>
              <a:gd name="connsiteY134" fmla="*/ 414855 h 1450905"/>
              <a:gd name="connsiteX135" fmla="*/ 1219598 w 5230266"/>
              <a:gd name="connsiteY135" fmla="*/ 409668 h 1450905"/>
              <a:gd name="connsiteX136" fmla="*/ 1116428 w 5230266"/>
              <a:gd name="connsiteY136" fmla="*/ 512838 h 1450905"/>
              <a:gd name="connsiteX137" fmla="*/ 1219598 w 5230266"/>
              <a:gd name="connsiteY137" fmla="*/ 616008 h 1450905"/>
              <a:gd name="connsiteX138" fmla="*/ 1322768 w 5230266"/>
              <a:gd name="connsiteY138" fmla="*/ 512838 h 1450905"/>
              <a:gd name="connsiteX139" fmla="*/ 1219598 w 5230266"/>
              <a:gd name="connsiteY139" fmla="*/ 409668 h 1450905"/>
              <a:gd name="connsiteX140" fmla="*/ 661384 w 5230266"/>
              <a:gd name="connsiteY140" fmla="*/ 404481 h 1450905"/>
              <a:gd name="connsiteX141" fmla="*/ 558214 w 5230266"/>
              <a:gd name="connsiteY141" fmla="*/ 507651 h 1450905"/>
              <a:gd name="connsiteX142" fmla="*/ 661384 w 5230266"/>
              <a:gd name="connsiteY142" fmla="*/ 610821 h 1450905"/>
              <a:gd name="connsiteX143" fmla="*/ 764554 w 5230266"/>
              <a:gd name="connsiteY143" fmla="*/ 507651 h 1450905"/>
              <a:gd name="connsiteX144" fmla="*/ 661384 w 5230266"/>
              <a:gd name="connsiteY144" fmla="*/ 404481 h 1450905"/>
              <a:gd name="connsiteX145" fmla="*/ 103170 w 5230266"/>
              <a:gd name="connsiteY145" fmla="*/ 399294 h 1450905"/>
              <a:gd name="connsiteX146" fmla="*/ 0 w 5230266"/>
              <a:gd name="connsiteY146" fmla="*/ 502464 h 1450905"/>
              <a:gd name="connsiteX147" fmla="*/ 103170 w 5230266"/>
              <a:gd name="connsiteY147" fmla="*/ 605634 h 1450905"/>
              <a:gd name="connsiteX148" fmla="*/ 206340 w 5230266"/>
              <a:gd name="connsiteY148" fmla="*/ 502464 h 1450905"/>
              <a:gd name="connsiteX149" fmla="*/ 103170 w 5230266"/>
              <a:gd name="connsiteY149" fmla="*/ 399294 h 1450905"/>
              <a:gd name="connsiteX150" fmla="*/ 5127096 w 5230266"/>
              <a:gd name="connsiteY150" fmla="*/ 46683 h 1450905"/>
              <a:gd name="connsiteX151" fmla="*/ 5023926 w 5230266"/>
              <a:gd name="connsiteY151" fmla="*/ 149853 h 1450905"/>
              <a:gd name="connsiteX152" fmla="*/ 5127096 w 5230266"/>
              <a:gd name="connsiteY152" fmla="*/ 253023 h 1450905"/>
              <a:gd name="connsiteX153" fmla="*/ 5230266 w 5230266"/>
              <a:gd name="connsiteY153" fmla="*/ 149853 h 1450905"/>
              <a:gd name="connsiteX154" fmla="*/ 5127096 w 5230266"/>
              <a:gd name="connsiteY154" fmla="*/ 46683 h 1450905"/>
              <a:gd name="connsiteX155" fmla="*/ 4568882 w 5230266"/>
              <a:gd name="connsiteY155" fmla="*/ 41496 h 1450905"/>
              <a:gd name="connsiteX156" fmla="*/ 4465712 w 5230266"/>
              <a:gd name="connsiteY156" fmla="*/ 144666 h 1450905"/>
              <a:gd name="connsiteX157" fmla="*/ 4568882 w 5230266"/>
              <a:gd name="connsiteY157" fmla="*/ 247836 h 1450905"/>
              <a:gd name="connsiteX158" fmla="*/ 4672052 w 5230266"/>
              <a:gd name="connsiteY158" fmla="*/ 144666 h 1450905"/>
              <a:gd name="connsiteX159" fmla="*/ 4568882 w 5230266"/>
              <a:gd name="connsiteY159" fmla="*/ 41496 h 1450905"/>
              <a:gd name="connsiteX160" fmla="*/ 4010668 w 5230266"/>
              <a:gd name="connsiteY160" fmla="*/ 36309 h 1450905"/>
              <a:gd name="connsiteX161" fmla="*/ 3907498 w 5230266"/>
              <a:gd name="connsiteY161" fmla="*/ 139479 h 1450905"/>
              <a:gd name="connsiteX162" fmla="*/ 4010668 w 5230266"/>
              <a:gd name="connsiteY162" fmla="*/ 242649 h 1450905"/>
              <a:gd name="connsiteX163" fmla="*/ 4113838 w 5230266"/>
              <a:gd name="connsiteY163" fmla="*/ 139479 h 1450905"/>
              <a:gd name="connsiteX164" fmla="*/ 4010668 w 5230266"/>
              <a:gd name="connsiteY164" fmla="*/ 36309 h 1450905"/>
              <a:gd name="connsiteX165" fmla="*/ 3452454 w 5230266"/>
              <a:gd name="connsiteY165" fmla="*/ 31122 h 1450905"/>
              <a:gd name="connsiteX166" fmla="*/ 3349284 w 5230266"/>
              <a:gd name="connsiteY166" fmla="*/ 134292 h 1450905"/>
              <a:gd name="connsiteX167" fmla="*/ 3452454 w 5230266"/>
              <a:gd name="connsiteY167" fmla="*/ 237462 h 1450905"/>
              <a:gd name="connsiteX168" fmla="*/ 3555624 w 5230266"/>
              <a:gd name="connsiteY168" fmla="*/ 134292 h 1450905"/>
              <a:gd name="connsiteX169" fmla="*/ 3452454 w 5230266"/>
              <a:gd name="connsiteY169" fmla="*/ 31122 h 1450905"/>
              <a:gd name="connsiteX170" fmla="*/ 2894240 w 5230266"/>
              <a:gd name="connsiteY170" fmla="*/ 25935 h 1450905"/>
              <a:gd name="connsiteX171" fmla="*/ 2791070 w 5230266"/>
              <a:gd name="connsiteY171" fmla="*/ 129105 h 1450905"/>
              <a:gd name="connsiteX172" fmla="*/ 2894240 w 5230266"/>
              <a:gd name="connsiteY172" fmla="*/ 232275 h 1450905"/>
              <a:gd name="connsiteX173" fmla="*/ 2997410 w 5230266"/>
              <a:gd name="connsiteY173" fmla="*/ 129105 h 1450905"/>
              <a:gd name="connsiteX174" fmla="*/ 2894240 w 5230266"/>
              <a:gd name="connsiteY174" fmla="*/ 25935 h 1450905"/>
              <a:gd name="connsiteX175" fmla="*/ 2336026 w 5230266"/>
              <a:gd name="connsiteY175" fmla="*/ 20748 h 1450905"/>
              <a:gd name="connsiteX176" fmla="*/ 2232856 w 5230266"/>
              <a:gd name="connsiteY176" fmla="*/ 123918 h 1450905"/>
              <a:gd name="connsiteX177" fmla="*/ 2336026 w 5230266"/>
              <a:gd name="connsiteY177" fmla="*/ 227088 h 1450905"/>
              <a:gd name="connsiteX178" fmla="*/ 2439196 w 5230266"/>
              <a:gd name="connsiteY178" fmla="*/ 123918 h 1450905"/>
              <a:gd name="connsiteX179" fmla="*/ 2336026 w 5230266"/>
              <a:gd name="connsiteY179" fmla="*/ 20748 h 1450905"/>
              <a:gd name="connsiteX180" fmla="*/ 1777812 w 5230266"/>
              <a:gd name="connsiteY180" fmla="*/ 15561 h 1450905"/>
              <a:gd name="connsiteX181" fmla="*/ 1674642 w 5230266"/>
              <a:gd name="connsiteY181" fmla="*/ 118731 h 1450905"/>
              <a:gd name="connsiteX182" fmla="*/ 1777812 w 5230266"/>
              <a:gd name="connsiteY182" fmla="*/ 221901 h 1450905"/>
              <a:gd name="connsiteX183" fmla="*/ 1880982 w 5230266"/>
              <a:gd name="connsiteY183" fmla="*/ 118731 h 1450905"/>
              <a:gd name="connsiteX184" fmla="*/ 1777812 w 5230266"/>
              <a:gd name="connsiteY184" fmla="*/ 15561 h 1450905"/>
              <a:gd name="connsiteX185" fmla="*/ 1219598 w 5230266"/>
              <a:gd name="connsiteY185" fmla="*/ 10374 h 1450905"/>
              <a:gd name="connsiteX186" fmla="*/ 1116428 w 5230266"/>
              <a:gd name="connsiteY186" fmla="*/ 113544 h 1450905"/>
              <a:gd name="connsiteX187" fmla="*/ 1219598 w 5230266"/>
              <a:gd name="connsiteY187" fmla="*/ 216714 h 1450905"/>
              <a:gd name="connsiteX188" fmla="*/ 1322768 w 5230266"/>
              <a:gd name="connsiteY188" fmla="*/ 113544 h 1450905"/>
              <a:gd name="connsiteX189" fmla="*/ 1219598 w 5230266"/>
              <a:gd name="connsiteY189" fmla="*/ 10374 h 1450905"/>
              <a:gd name="connsiteX190" fmla="*/ 661384 w 5230266"/>
              <a:gd name="connsiteY190" fmla="*/ 5187 h 1450905"/>
              <a:gd name="connsiteX191" fmla="*/ 558214 w 5230266"/>
              <a:gd name="connsiteY191" fmla="*/ 108357 h 1450905"/>
              <a:gd name="connsiteX192" fmla="*/ 661384 w 5230266"/>
              <a:gd name="connsiteY192" fmla="*/ 211527 h 1450905"/>
              <a:gd name="connsiteX193" fmla="*/ 764554 w 5230266"/>
              <a:gd name="connsiteY193" fmla="*/ 108357 h 1450905"/>
              <a:gd name="connsiteX194" fmla="*/ 661384 w 5230266"/>
              <a:gd name="connsiteY194" fmla="*/ 5187 h 1450905"/>
              <a:gd name="connsiteX195" fmla="*/ 103170 w 5230266"/>
              <a:gd name="connsiteY195" fmla="*/ 0 h 1450905"/>
              <a:gd name="connsiteX196" fmla="*/ 0 w 5230266"/>
              <a:gd name="connsiteY196" fmla="*/ 103170 h 1450905"/>
              <a:gd name="connsiteX197" fmla="*/ 103170 w 5230266"/>
              <a:gd name="connsiteY197" fmla="*/ 206340 h 1450905"/>
              <a:gd name="connsiteX198" fmla="*/ 206340 w 5230266"/>
              <a:gd name="connsiteY198" fmla="*/ 103170 h 1450905"/>
              <a:gd name="connsiteX199" fmla="*/ 103170 w 5230266"/>
              <a:gd name="connsiteY199" fmla="*/ 0 h 1450905"/>
            </a:gdLst>
            <a:ahLst/>
            <a:cxnLst/>
            <a:rect l="l" t="t" r="r" b="b"/>
            <a:pathLst>
              <a:path w="2304" h="287">
                <a:moveTo>
                  <a:pt x="2258" y="196"/>
                </a:moveTo>
                <a:cubicBezTo>
                  <a:pt x="2232" y="195"/>
                  <a:pt x="2212" y="220"/>
                  <a:pt x="2213" y="242"/>
                </a:cubicBezTo>
                <a:cubicBezTo>
                  <a:pt x="2212" y="268"/>
                  <a:pt x="2236" y="288"/>
                  <a:pt x="2258" y="287"/>
                </a:cubicBezTo>
                <a:cubicBezTo>
                  <a:pt x="2284" y="288"/>
                  <a:pt x="2304" y="264"/>
                  <a:pt x="2303" y="242"/>
                </a:cubicBezTo>
                <a:cubicBezTo>
                  <a:pt x="2304" y="216"/>
                  <a:pt x="2280" y="196"/>
                  <a:pt x="2258" y="196"/>
                </a:cubicBezTo>
                <a:close/>
                <a:moveTo>
                  <a:pt x="2012" y="194"/>
                </a:moveTo>
                <a:cubicBezTo>
                  <a:pt x="1987" y="193"/>
                  <a:pt x="1966" y="218"/>
                  <a:pt x="1967" y="240"/>
                </a:cubicBezTo>
                <a:cubicBezTo>
                  <a:pt x="1966" y="265"/>
                  <a:pt x="1990" y="286"/>
                  <a:pt x="2012" y="285"/>
                </a:cubicBezTo>
                <a:cubicBezTo>
                  <a:pt x="2038" y="286"/>
                  <a:pt x="2058" y="262"/>
                  <a:pt x="2058" y="240"/>
                </a:cubicBezTo>
                <a:cubicBezTo>
                  <a:pt x="2059" y="214"/>
                  <a:pt x="2034" y="193"/>
                  <a:pt x="2012" y="194"/>
                </a:cubicBezTo>
                <a:close/>
                <a:moveTo>
                  <a:pt x="1766" y="192"/>
                </a:moveTo>
                <a:cubicBezTo>
                  <a:pt x="1741" y="191"/>
                  <a:pt x="1720" y="215"/>
                  <a:pt x="1721" y="237"/>
                </a:cubicBezTo>
                <a:cubicBezTo>
                  <a:pt x="1720" y="263"/>
                  <a:pt x="1744" y="284"/>
                  <a:pt x="1766" y="283"/>
                </a:cubicBezTo>
                <a:cubicBezTo>
                  <a:pt x="1792" y="284"/>
                  <a:pt x="1813" y="259"/>
                  <a:pt x="1812" y="237"/>
                </a:cubicBezTo>
                <a:cubicBezTo>
                  <a:pt x="1813" y="212"/>
                  <a:pt x="1788" y="191"/>
                  <a:pt x="1766" y="192"/>
                </a:cubicBezTo>
                <a:close/>
                <a:moveTo>
                  <a:pt x="1520" y="190"/>
                </a:moveTo>
                <a:cubicBezTo>
                  <a:pt x="1495" y="189"/>
                  <a:pt x="1474" y="213"/>
                  <a:pt x="1475" y="235"/>
                </a:cubicBezTo>
                <a:cubicBezTo>
                  <a:pt x="1474" y="261"/>
                  <a:pt x="1498" y="281"/>
                  <a:pt x="1520" y="280"/>
                </a:cubicBezTo>
                <a:cubicBezTo>
                  <a:pt x="1546" y="281"/>
                  <a:pt x="1567" y="257"/>
                  <a:pt x="1566" y="235"/>
                </a:cubicBezTo>
                <a:cubicBezTo>
                  <a:pt x="1567" y="209"/>
                  <a:pt x="1543" y="189"/>
                  <a:pt x="1520" y="190"/>
                </a:cubicBezTo>
                <a:close/>
                <a:moveTo>
                  <a:pt x="1275" y="187"/>
                </a:moveTo>
                <a:cubicBezTo>
                  <a:pt x="1249" y="186"/>
                  <a:pt x="1228" y="211"/>
                  <a:pt x="1229" y="233"/>
                </a:cubicBezTo>
                <a:cubicBezTo>
                  <a:pt x="1228" y="258"/>
                  <a:pt x="1253" y="279"/>
                  <a:pt x="1275" y="278"/>
                </a:cubicBezTo>
                <a:cubicBezTo>
                  <a:pt x="1300" y="279"/>
                  <a:pt x="1321" y="255"/>
                  <a:pt x="1320" y="233"/>
                </a:cubicBezTo>
                <a:cubicBezTo>
                  <a:pt x="1321" y="207"/>
                  <a:pt x="1297" y="186"/>
                  <a:pt x="1275" y="187"/>
                </a:cubicBezTo>
                <a:close/>
                <a:moveTo>
                  <a:pt x="1029" y="185"/>
                </a:moveTo>
                <a:cubicBezTo>
                  <a:pt x="1003" y="184"/>
                  <a:pt x="983" y="208"/>
                  <a:pt x="983" y="230"/>
                </a:cubicBezTo>
                <a:cubicBezTo>
                  <a:pt x="982" y="256"/>
                  <a:pt x="1007" y="277"/>
                  <a:pt x="1029" y="276"/>
                </a:cubicBezTo>
                <a:cubicBezTo>
                  <a:pt x="1054" y="277"/>
                  <a:pt x="1075" y="252"/>
                  <a:pt x="1074" y="230"/>
                </a:cubicBezTo>
                <a:cubicBezTo>
                  <a:pt x="1075" y="205"/>
                  <a:pt x="1051" y="184"/>
                  <a:pt x="1029" y="185"/>
                </a:cubicBezTo>
                <a:close/>
                <a:moveTo>
                  <a:pt x="783" y="183"/>
                </a:moveTo>
                <a:cubicBezTo>
                  <a:pt x="757" y="182"/>
                  <a:pt x="737" y="206"/>
                  <a:pt x="738" y="228"/>
                </a:cubicBezTo>
                <a:cubicBezTo>
                  <a:pt x="736" y="254"/>
                  <a:pt x="761" y="274"/>
                  <a:pt x="783" y="274"/>
                </a:cubicBezTo>
                <a:cubicBezTo>
                  <a:pt x="809" y="275"/>
                  <a:pt x="829" y="250"/>
                  <a:pt x="828" y="228"/>
                </a:cubicBezTo>
                <a:cubicBezTo>
                  <a:pt x="829" y="202"/>
                  <a:pt x="805" y="182"/>
                  <a:pt x="783" y="183"/>
                </a:cubicBezTo>
                <a:close/>
                <a:moveTo>
                  <a:pt x="537" y="180"/>
                </a:moveTo>
                <a:cubicBezTo>
                  <a:pt x="511" y="179"/>
                  <a:pt x="491" y="204"/>
                  <a:pt x="492" y="226"/>
                </a:cubicBezTo>
                <a:cubicBezTo>
                  <a:pt x="491" y="252"/>
                  <a:pt x="515" y="272"/>
                  <a:pt x="537" y="271"/>
                </a:cubicBezTo>
                <a:cubicBezTo>
                  <a:pt x="563" y="272"/>
                  <a:pt x="583" y="248"/>
                  <a:pt x="583" y="226"/>
                </a:cubicBezTo>
                <a:cubicBezTo>
                  <a:pt x="584" y="200"/>
                  <a:pt x="559" y="180"/>
                  <a:pt x="537" y="180"/>
                </a:cubicBezTo>
                <a:close/>
                <a:moveTo>
                  <a:pt x="291" y="178"/>
                </a:moveTo>
                <a:cubicBezTo>
                  <a:pt x="266" y="177"/>
                  <a:pt x="245" y="202"/>
                  <a:pt x="246" y="224"/>
                </a:cubicBezTo>
                <a:cubicBezTo>
                  <a:pt x="245" y="249"/>
                  <a:pt x="269" y="270"/>
                  <a:pt x="291" y="269"/>
                </a:cubicBezTo>
                <a:cubicBezTo>
                  <a:pt x="317" y="270"/>
                  <a:pt x="338" y="246"/>
                  <a:pt x="337" y="224"/>
                </a:cubicBezTo>
                <a:cubicBezTo>
                  <a:pt x="338" y="198"/>
                  <a:pt x="313" y="177"/>
                  <a:pt x="291" y="178"/>
                </a:cubicBezTo>
                <a:close/>
                <a:moveTo>
                  <a:pt x="45" y="176"/>
                </a:moveTo>
                <a:cubicBezTo>
                  <a:pt x="20" y="175"/>
                  <a:pt x="-1" y="199"/>
                  <a:pt x="0" y="221"/>
                </a:cubicBezTo>
                <a:cubicBezTo>
                  <a:pt x="-1" y="247"/>
                  <a:pt x="23" y="268"/>
                  <a:pt x="45" y="267"/>
                </a:cubicBezTo>
                <a:cubicBezTo>
                  <a:pt x="71" y="268"/>
                  <a:pt x="92" y="243"/>
                  <a:pt x="91" y="221"/>
                </a:cubicBezTo>
                <a:cubicBezTo>
                  <a:pt x="92" y="196"/>
                  <a:pt x="67" y="175"/>
                  <a:pt x="45" y="176"/>
                </a:cubicBezTo>
                <a:close/>
                <a:moveTo>
                  <a:pt x="2258" y="21"/>
                </a:moveTo>
                <a:cubicBezTo>
                  <a:pt x="2232" y="20"/>
                  <a:pt x="2212" y="44"/>
                  <a:pt x="2213" y="66"/>
                </a:cubicBezTo>
                <a:cubicBezTo>
                  <a:pt x="2212" y="92"/>
                  <a:pt x="2236" y="112"/>
                  <a:pt x="2258" y="111"/>
                </a:cubicBezTo>
                <a:cubicBezTo>
                  <a:pt x="2284" y="112"/>
                  <a:pt x="2304" y="88"/>
                  <a:pt x="2303" y="66"/>
                </a:cubicBezTo>
                <a:cubicBezTo>
                  <a:pt x="2304" y="40"/>
                  <a:pt x="2280" y="20"/>
                  <a:pt x="2258" y="21"/>
                </a:cubicBezTo>
                <a:close/>
                <a:moveTo>
                  <a:pt x="2012" y="18"/>
                </a:moveTo>
                <a:cubicBezTo>
                  <a:pt x="1987" y="17"/>
                  <a:pt x="1966" y="42"/>
                  <a:pt x="1967" y="64"/>
                </a:cubicBezTo>
                <a:cubicBezTo>
                  <a:pt x="1966" y="89"/>
                  <a:pt x="1990" y="110"/>
                  <a:pt x="2012" y="109"/>
                </a:cubicBezTo>
                <a:cubicBezTo>
                  <a:pt x="2038" y="110"/>
                  <a:pt x="2058" y="86"/>
                  <a:pt x="2058" y="64"/>
                </a:cubicBezTo>
                <a:cubicBezTo>
                  <a:pt x="2059" y="38"/>
                  <a:pt x="2034" y="17"/>
                  <a:pt x="2012" y="18"/>
                </a:cubicBezTo>
                <a:close/>
                <a:moveTo>
                  <a:pt x="1766" y="16"/>
                </a:moveTo>
                <a:cubicBezTo>
                  <a:pt x="1741" y="15"/>
                  <a:pt x="1720" y="39"/>
                  <a:pt x="1721" y="61"/>
                </a:cubicBezTo>
                <a:cubicBezTo>
                  <a:pt x="1720" y="87"/>
                  <a:pt x="1744" y="108"/>
                  <a:pt x="1766" y="107"/>
                </a:cubicBezTo>
                <a:cubicBezTo>
                  <a:pt x="1792" y="108"/>
                  <a:pt x="1813" y="83"/>
                  <a:pt x="1812" y="61"/>
                </a:cubicBezTo>
                <a:cubicBezTo>
                  <a:pt x="1813" y="36"/>
                  <a:pt x="1788" y="15"/>
                  <a:pt x="1766" y="16"/>
                </a:cubicBezTo>
                <a:close/>
                <a:moveTo>
                  <a:pt x="1520" y="14"/>
                </a:moveTo>
                <a:cubicBezTo>
                  <a:pt x="1495" y="13"/>
                  <a:pt x="1474" y="37"/>
                  <a:pt x="1475" y="59"/>
                </a:cubicBezTo>
                <a:cubicBezTo>
                  <a:pt x="1474" y="85"/>
                  <a:pt x="1498" y="105"/>
                  <a:pt x="1520" y="105"/>
                </a:cubicBezTo>
                <a:cubicBezTo>
                  <a:pt x="1546" y="106"/>
                  <a:pt x="1567" y="81"/>
                  <a:pt x="1566" y="59"/>
                </a:cubicBezTo>
                <a:cubicBezTo>
                  <a:pt x="1567" y="33"/>
                  <a:pt x="1543" y="13"/>
                  <a:pt x="1520" y="14"/>
                </a:cubicBezTo>
                <a:close/>
                <a:moveTo>
                  <a:pt x="1275" y="11"/>
                </a:moveTo>
                <a:cubicBezTo>
                  <a:pt x="1249" y="10"/>
                  <a:pt x="1228" y="35"/>
                  <a:pt x="1229" y="57"/>
                </a:cubicBezTo>
                <a:cubicBezTo>
                  <a:pt x="1228" y="83"/>
                  <a:pt x="1253" y="103"/>
                  <a:pt x="1275" y="102"/>
                </a:cubicBezTo>
                <a:cubicBezTo>
                  <a:pt x="1300" y="103"/>
                  <a:pt x="1321" y="79"/>
                  <a:pt x="1320" y="57"/>
                </a:cubicBezTo>
                <a:cubicBezTo>
                  <a:pt x="1321" y="31"/>
                  <a:pt x="1297" y="11"/>
                  <a:pt x="1275" y="11"/>
                </a:cubicBezTo>
                <a:close/>
                <a:moveTo>
                  <a:pt x="1029" y="9"/>
                </a:moveTo>
                <a:cubicBezTo>
                  <a:pt x="1003" y="8"/>
                  <a:pt x="983" y="33"/>
                  <a:pt x="983" y="55"/>
                </a:cubicBezTo>
                <a:cubicBezTo>
                  <a:pt x="982" y="80"/>
                  <a:pt x="1007" y="101"/>
                  <a:pt x="1029" y="100"/>
                </a:cubicBezTo>
                <a:cubicBezTo>
                  <a:pt x="1054" y="101"/>
                  <a:pt x="1075" y="77"/>
                  <a:pt x="1074" y="55"/>
                </a:cubicBezTo>
                <a:cubicBezTo>
                  <a:pt x="1075" y="29"/>
                  <a:pt x="1051" y="8"/>
                  <a:pt x="1029" y="9"/>
                </a:cubicBezTo>
                <a:close/>
                <a:moveTo>
                  <a:pt x="783" y="7"/>
                </a:moveTo>
                <a:cubicBezTo>
                  <a:pt x="757" y="6"/>
                  <a:pt x="737" y="30"/>
                  <a:pt x="738" y="52"/>
                </a:cubicBezTo>
                <a:cubicBezTo>
                  <a:pt x="736" y="78"/>
                  <a:pt x="761" y="99"/>
                  <a:pt x="783" y="98"/>
                </a:cubicBezTo>
                <a:cubicBezTo>
                  <a:pt x="809" y="99"/>
                  <a:pt x="829" y="74"/>
                  <a:pt x="828" y="52"/>
                </a:cubicBezTo>
                <a:cubicBezTo>
                  <a:pt x="829" y="27"/>
                  <a:pt x="805" y="6"/>
                  <a:pt x="783" y="7"/>
                </a:cubicBezTo>
                <a:close/>
                <a:moveTo>
                  <a:pt x="537" y="5"/>
                </a:moveTo>
                <a:cubicBezTo>
                  <a:pt x="511" y="4"/>
                  <a:pt x="491" y="28"/>
                  <a:pt x="492" y="50"/>
                </a:cubicBezTo>
                <a:cubicBezTo>
                  <a:pt x="491" y="76"/>
                  <a:pt x="515" y="96"/>
                  <a:pt x="537" y="95"/>
                </a:cubicBezTo>
                <a:cubicBezTo>
                  <a:pt x="563" y="96"/>
                  <a:pt x="583" y="72"/>
                  <a:pt x="583" y="50"/>
                </a:cubicBezTo>
                <a:cubicBezTo>
                  <a:pt x="584" y="24"/>
                  <a:pt x="559" y="4"/>
                  <a:pt x="537" y="5"/>
                </a:cubicBezTo>
                <a:close/>
                <a:moveTo>
                  <a:pt x="291" y="2"/>
                </a:moveTo>
                <a:cubicBezTo>
                  <a:pt x="266" y="1"/>
                  <a:pt x="245" y="26"/>
                  <a:pt x="246" y="48"/>
                </a:cubicBezTo>
                <a:cubicBezTo>
                  <a:pt x="245" y="73"/>
                  <a:pt x="269" y="94"/>
                  <a:pt x="291" y="93"/>
                </a:cubicBezTo>
                <a:cubicBezTo>
                  <a:pt x="317" y="94"/>
                  <a:pt x="338" y="70"/>
                  <a:pt x="337" y="48"/>
                </a:cubicBezTo>
                <a:cubicBezTo>
                  <a:pt x="338" y="22"/>
                  <a:pt x="313" y="1"/>
                  <a:pt x="291" y="2"/>
                </a:cubicBezTo>
                <a:close/>
                <a:moveTo>
                  <a:pt x="45" y="0"/>
                </a:moveTo>
                <a:cubicBezTo>
                  <a:pt x="20" y="-1"/>
                  <a:pt x="-1" y="23"/>
                  <a:pt x="0" y="45"/>
                </a:cubicBezTo>
                <a:cubicBezTo>
                  <a:pt x="-1" y="71"/>
                  <a:pt x="23" y="92"/>
                  <a:pt x="45" y="91"/>
                </a:cubicBezTo>
                <a:cubicBezTo>
                  <a:pt x="71" y="92"/>
                  <a:pt x="92" y="67"/>
                  <a:pt x="91" y="45"/>
                </a:cubicBezTo>
                <a:cubicBezTo>
                  <a:pt x="92" y="20"/>
                  <a:pt x="67" y="-1"/>
                  <a:pt x="45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1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2705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Microsoft YaHei Bold"/>
                <a:ea typeface="Microsoft YaHei Bold"/>
                <a:cs typeface="Microsoft YaHei Bold"/>
              </a:rPr>
              <a:t>目录</a:t>
            </a:r>
            <a:endParaRPr b="1"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2" name="序号"/>
          <p:cNvSpPr>
            <a:spLocks noGrp="1"/>
          </p:cNvSpPr>
          <p:nvPr/>
        </p:nvSpPr>
        <p:spPr>
          <a:xfrm>
            <a:off x="4818117" y="1423257"/>
            <a:ext cx="862212" cy="909708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4000" b="1">
                <a:solidFill>
                  <a:srgbClr val="FFFFFF">
                    <a:alpha val="50000"/>
                  </a:srgbClr>
                </a:solidFill>
                <a:latin typeface="Microsoft YaHei Bold"/>
                <a:ea typeface="Microsoft YaHei Bold"/>
                <a:cs typeface="Microsoft YaHei Bold"/>
              </a:rPr>
              <a:t>01</a:t>
            </a:r>
            <a:endParaRPr sz="4000" b="1">
              <a:solidFill>
                <a:srgbClr val="FFFFFF">
                  <a:alpha val="50000"/>
                </a:srgbClr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3" name="项标题"/>
          <p:cNvSpPr>
            <a:spLocks noGrp="1"/>
          </p:cNvSpPr>
          <p:nvPr/>
        </p:nvSpPr>
        <p:spPr>
          <a:xfrm>
            <a:off x="5951377" y="1306756"/>
            <a:ext cx="4542632" cy="11427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3200" b="1" spc="300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公司</a:t>
            </a:r>
            <a:r>
              <a:rPr sz="3200" b="1" spc="300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介绍</a:t>
            </a:r>
            <a:endParaRPr sz="3200" b="1" spc="300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8" name="序号"/>
          <p:cNvSpPr>
            <a:spLocks noGrp="1"/>
          </p:cNvSpPr>
          <p:nvPr/>
        </p:nvSpPr>
        <p:spPr>
          <a:xfrm>
            <a:off x="4818117" y="2974782"/>
            <a:ext cx="862212" cy="909708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4000" b="1">
                <a:solidFill>
                  <a:srgbClr val="FFFFFF">
                    <a:alpha val="50000"/>
                  </a:srgbClr>
                </a:solidFill>
                <a:latin typeface="Microsoft YaHei Bold"/>
                <a:ea typeface="Microsoft YaHei Bold"/>
                <a:cs typeface="Microsoft YaHei Bold"/>
              </a:rPr>
              <a:t>02</a:t>
            </a:r>
            <a:endParaRPr sz="4000" b="1">
              <a:solidFill>
                <a:srgbClr val="FFFFFF">
                  <a:alpha val="50000"/>
                </a:srgbClr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10" name="项标题"/>
          <p:cNvSpPr>
            <a:spLocks noGrp="1"/>
          </p:cNvSpPr>
          <p:nvPr/>
        </p:nvSpPr>
        <p:spPr>
          <a:xfrm>
            <a:off x="5951377" y="2858281"/>
            <a:ext cx="4542632" cy="11427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3200" b="1" spc="300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服务</a:t>
            </a:r>
            <a:r>
              <a:rPr sz="3200" b="1" spc="300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介绍</a:t>
            </a:r>
            <a:endParaRPr sz="3200" b="1" spc="300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13" name="序号"/>
          <p:cNvSpPr>
            <a:spLocks noGrp="1"/>
          </p:cNvSpPr>
          <p:nvPr/>
        </p:nvSpPr>
        <p:spPr>
          <a:xfrm>
            <a:off x="4818117" y="4526307"/>
            <a:ext cx="862212" cy="909708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4000" b="1">
                <a:solidFill>
                  <a:srgbClr val="FFFFFF">
                    <a:alpha val="50000"/>
                  </a:srgbClr>
                </a:solidFill>
                <a:latin typeface="Microsoft YaHei Bold"/>
                <a:ea typeface="Microsoft YaHei Bold"/>
                <a:cs typeface="Microsoft YaHei Bold"/>
              </a:rPr>
              <a:t>03</a:t>
            </a:r>
            <a:endParaRPr sz="4000" b="1">
              <a:solidFill>
                <a:srgbClr val="FFFFFF">
                  <a:alpha val="50000"/>
                </a:srgbClr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16" name="项标题"/>
          <p:cNvSpPr>
            <a:spLocks noGrp="1"/>
          </p:cNvSpPr>
          <p:nvPr/>
        </p:nvSpPr>
        <p:spPr>
          <a:xfrm>
            <a:off x="5951377" y="4409806"/>
            <a:ext cx="4542632" cy="11427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3200" b="1" spc="300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成功案例</a:t>
            </a:r>
            <a:endParaRPr sz="3200" b="1" spc="300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>
            <p:ph type="title"/>
          </p:nvPr>
        </p:nvSpPr>
        <p:spPr>
          <a:xfrm>
            <a:off x="1059250" y="2960691"/>
            <a:ext cx="10073500" cy="1229416"/>
          </a:xfrm>
        </p:spPr>
        <p:txBody>
          <a:bodyPr/>
          <a:lstStyle/>
          <a:p>
            <a:r>
              <a:rPr>
                <a:latin typeface="Microsoft YaHei Bold"/>
                <a:ea typeface="Microsoft YaHei Bold"/>
                <a:cs typeface="Microsoft YaHei Bold"/>
              </a:rPr>
              <a:t>公司</a:t>
            </a:r>
            <a:r>
              <a:rPr>
                <a:latin typeface="Microsoft YaHei Bold"/>
                <a:ea typeface="Microsoft YaHei Bold"/>
                <a:cs typeface="Microsoft YaHei Bold"/>
              </a:rPr>
              <a:t>介绍</a:t>
            </a:r>
            <a:endParaRPr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idx="13"/>
          </p:nvPr>
        </p:nvSpPr>
        <p:spPr>
          <a:xfrm>
            <a:off x="3886200" y="1696200"/>
            <a:ext cx="4419600" cy="1224000"/>
          </a:xfrm>
        </p:spPr>
        <p:txBody>
          <a:bodyPr>
            <a:normAutofit lnSpcReduction="10000"/>
          </a:bodyPr>
          <a:lstStyle/>
          <a:p>
            <a:r>
              <a:rPr>
                <a:latin typeface="Microsoft YaHei Bold"/>
                <a:ea typeface="Microsoft YaHei Bold"/>
                <a:cs typeface="Microsoft YaHei Bold"/>
              </a:rPr>
              <a:t>01</a:t>
            </a:r>
            <a:endParaRPr>
              <a:latin typeface="Microsoft YaHei Bold"/>
              <a:ea typeface="Microsoft YaHei Bold"/>
              <a:cs typeface="Microsoft YaHei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9145" y="248920"/>
            <a:ext cx="132080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公司介绍</a:t>
            </a:r>
            <a:endParaRPr sz="2600">
              <a:solidFill>
                <a:srgbClr val="1A3BC6"/>
              </a:solidFill>
            </a:endParaRPr>
          </a:p>
        </p:txBody>
      </p:sp>
      <p:pic>
        <p:nvPicPr>
          <p:cNvPr id="58" name="图片 11"/>
          <p:cNvPicPr>
            <a:picLocks noChangeAspect="1"/>
          </p:cNvPicPr>
          <p:nvPr/>
        </p:nvPicPr>
        <p:blipFill rotWithShape="1">
          <a:blip r:embed="rId1">
            <a:lum bright="-6000" contrast="12000"/>
          </a:blip>
          <a:srcRect/>
          <a:stretch>
            <a:fillRect/>
          </a:stretch>
        </p:blipFill>
        <p:spPr>
          <a:xfrm>
            <a:off x="307340" y="1016635"/>
            <a:ext cx="3531235" cy="5072380"/>
          </a:xfrm>
          <a:prstGeom prst="round2DiagRect">
            <a:avLst>
              <a:gd name="adj1" fmla="val 27364"/>
              <a:gd name="adj2" fmla="val 0"/>
            </a:avLst>
          </a:prstGeom>
          <a:ln w="9525" cap="flat" cmpd="sng">
            <a:solidFill>
              <a:schemeClr val="accent1">
                <a:alpha val="15000"/>
              </a:schemeClr>
            </a:solidFill>
            <a:prstDash val="solid"/>
            <a:round/>
          </a:ln>
        </p:spPr>
      </p:pic>
      <p:sp>
        <p:nvSpPr>
          <p:cNvPr id="13" name="同侧圆角矩形 12"/>
          <p:cNvSpPr>
            <a:spLocks noGrp="1"/>
          </p:cNvSpPr>
          <p:nvPr/>
        </p:nvSpPr>
        <p:spPr>
          <a:xfrm>
            <a:off x="184785" y="3323590"/>
            <a:ext cx="559435" cy="262636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副标题"/>
          <p:cNvSpPr>
            <a:spLocks noGrp="1"/>
          </p:cNvSpPr>
          <p:nvPr>
            <p:ph type="body" idx="1"/>
          </p:nvPr>
        </p:nvSpPr>
        <p:spPr>
          <a:xfrm>
            <a:off x="4188460" y="871855"/>
            <a:ext cx="7595235" cy="738505"/>
          </a:xfrm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年成立以来，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世纪祥云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深耕金融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技术服务及解决方案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秉持技术与质量先导理念，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服务于金融客户超30家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，凭借技术实力、业绩与诚信获客户高度认可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 ker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3" name="任意多边形 52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" name="矩形: 圆角 2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222750" y="1942465"/>
            <a:ext cx="3678555" cy="4523740"/>
          </a:xfrm>
          <a:prstGeom prst="roundRect">
            <a:avLst>
              <a:gd name="adj" fmla="val 561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20000"/>
                  <a:lumOff val="80000"/>
                  <a:alpha val="10000"/>
                </a:schemeClr>
              </a:gs>
            </a:gsLst>
            <a:lin ang="5400000" scaled="0"/>
          </a:gradFill>
          <a:ln>
            <a:gradFill>
              <a:gsLst>
                <a:gs pos="20000">
                  <a:schemeClr val="accent1"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100000"/>
                  </a:schemeClr>
                </a:gs>
              </a:gsLst>
              <a:lin ang="16200000" scaled="1"/>
            </a:gradFill>
          </a:ln>
          <a:effectLst>
            <a:outerShdw blurRad="152400" dist="38100" dir="13500000" algn="br" rotWithShape="0">
              <a:schemeClr val="accent1">
                <a:lumMod val="75000"/>
                <a:alpha val="7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360045" tIns="360045" rIns="288290" bIns="360045" anchor="b"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kern="0">
              <a:ln>
                <a:noFill/>
                <a:prstDash val="sysDot"/>
              </a:ln>
              <a:solidFill>
                <a:srgbClr val="29292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0" name="文本框 2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335145" y="2171461"/>
            <a:ext cx="1200150" cy="3321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lvl="0" indent="-285750" algn="l">
              <a:lnSpc>
                <a:spcPct val="120000"/>
              </a:lnSpc>
              <a:buClrTx/>
              <a:buSzTx/>
              <a:buFont typeface="Wingdings" panose="05000000000000000000"/>
              <a:buChar char=""/>
            </a:pP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主营业务</a:t>
            </a:r>
            <a:endParaRPr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1" name="直接连接符 3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413885" y="2690004"/>
            <a:ext cx="2997835" cy="0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80000"/>
                  </a:schemeClr>
                </a:gs>
              </a:gsLst>
              <a:lin ang="10800000" scaled="1"/>
            </a:gra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" name="矩形: 圆角 2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389620" y="1942465"/>
            <a:ext cx="3678555" cy="4523740"/>
          </a:xfrm>
          <a:prstGeom prst="roundRect">
            <a:avLst>
              <a:gd name="adj" fmla="val 5616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20000"/>
                  <a:lumOff val="80000"/>
                  <a:alpha val="10000"/>
                </a:schemeClr>
              </a:gs>
            </a:gsLst>
            <a:lin ang="5400000" scaled="0"/>
          </a:gradFill>
          <a:ln>
            <a:gradFill>
              <a:gsLst>
                <a:gs pos="20000">
                  <a:schemeClr val="accent2">
                    <a:alpha val="0"/>
                  </a:schemeClr>
                </a:gs>
                <a:gs pos="100000">
                  <a:schemeClr val="accent2">
                    <a:lumMod val="60000"/>
                    <a:lumOff val="40000"/>
                    <a:alpha val="100000"/>
                  </a:schemeClr>
                </a:gs>
              </a:gsLst>
              <a:lin ang="16200000" scaled="1"/>
            </a:gradFill>
          </a:ln>
          <a:effectLst>
            <a:outerShdw blurRad="152400" dist="38100" dir="13500000" algn="br" rotWithShape="0">
              <a:schemeClr val="accent2">
                <a:lumMod val="75000"/>
                <a:alpha val="7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360045" tIns="360045" rIns="288290" bIns="360045" anchor="b"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kern="0">
              <a:ln>
                <a:noFill/>
                <a:prstDash val="sysDot"/>
              </a:ln>
              <a:solidFill>
                <a:srgbClr val="29292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7" name="文本框 2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294370" y="2176541"/>
            <a:ext cx="1200150" cy="3321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lvl="0" indent="-285750" algn="l">
              <a:lnSpc>
                <a:spcPct val="120000"/>
              </a:lnSpc>
              <a:buClrTx/>
              <a:buSzTx/>
              <a:buFont typeface="Wingdings" panose="05000000000000000000"/>
              <a:buChar char=""/>
            </a:pPr>
            <a:r>
              <a:rPr b="1">
                <a:solidFill>
                  <a:schemeClr val="accent2"/>
                </a:solidFill>
                <a:latin typeface="+mn-ea"/>
                <a:ea typeface="+mn-ea"/>
                <a:cs typeface="+mn-ea"/>
              </a:rPr>
              <a:t>服务范围</a:t>
            </a:r>
            <a:endParaRPr b="1">
              <a:solidFill>
                <a:schemeClr val="accent2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6" name="直接连接符 3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557260" y="2695085"/>
            <a:ext cx="2788285" cy="0"/>
          </a:xfrm>
          <a:prstGeom prst="line">
            <a:avLst/>
          </a:prstGeom>
          <a:ln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2">
                    <a:alpha val="80000"/>
                  </a:schemeClr>
                </a:gs>
              </a:gsLst>
              <a:lin ang="10800000" scaled="1"/>
            </a:gra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矩形 7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354830" y="2820035"/>
            <a:ext cx="3435350" cy="37566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/>
              <a:buChar char="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致力于</a:t>
            </a:r>
            <a:r>
              <a:rPr sz="1400" b="1"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银行、保险、证券、基金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等金融行业的开源技术、人工智能、云计算及操作系统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高级技术支持解决方案及服务提供商。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/>
              <a:buChar char=""/>
            </a:pP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/>
              <a:buChar char="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企业主要业务领域：</a:t>
            </a:r>
            <a:r>
              <a:rPr sz="1400" b="1"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金融科技、信创建设、人工智能、</a:t>
            </a:r>
            <a:r>
              <a:rPr sz="1400" b="1"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IT</a:t>
            </a:r>
            <a:r>
              <a:rPr sz="1400" b="1"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运维综合解决方案</a:t>
            </a:r>
            <a:r>
              <a:rPr sz="1400">
                <a:solidFill>
                  <a:srgbClr val="1A3BC6"/>
                </a:solidFill>
                <a:latin typeface="+mn-ea"/>
                <a:ea typeface="+mn-ea"/>
                <a:cs typeface="+mn-ea"/>
              </a:rPr>
              <a:t>。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涵盖Linux操作系统、虚拟化、容器云、公有云、OpenStack 私有云、数据库、分布式存储等底层基础设施板块，具备行业内完备的开源端到端整体交付能力。</a:t>
            </a:r>
            <a:endParaRPr sz="1400">
              <a:solidFill>
                <a:srgbClr val="1A3BC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543925" y="2820035"/>
            <a:ext cx="3369310" cy="3231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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祥云智能运维平台和与之配套的运维支持服务体系，基于多年金融客户实践经验沉淀，</a:t>
            </a:r>
            <a:r>
              <a:rPr sz="1400" b="1"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使用RAG技术整合强大的</a:t>
            </a:r>
            <a:r>
              <a:rPr sz="1400" b="1"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运维知识库</a:t>
            </a:r>
            <a:r>
              <a:rPr sz="1400" b="1"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体系，实现离线AIOPS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。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"/>
            </a:pP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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服务包含</a:t>
            </a:r>
            <a:r>
              <a:rPr sz="1400" b="1"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AI</a:t>
            </a:r>
            <a:r>
              <a:rPr sz="1400" b="1"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赋能</a:t>
            </a:r>
            <a:r>
              <a:rPr sz="1400" b="1"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企业综合解决</a:t>
            </a:r>
            <a:r>
              <a:rPr sz="1400" b="1"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方案、</a:t>
            </a:r>
            <a:r>
              <a:rPr sz="1400" b="1"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智能化运维解决方案、系统集成、开源解决方案、运维咨询规划、技术咨询及培训及高级运维支持及驻场技术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支持服务等。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73" name="Picture 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任意多边形 8"/>
          <p:cNvSpPr>
            <a:spLocks noGrp="1"/>
          </p:cNvSpPr>
          <p:nvPr/>
        </p:nvSpPr>
        <p:spPr>
          <a:xfrm>
            <a:off x="695960" y="1016000"/>
            <a:ext cx="4340860" cy="473265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/>
            <a:rect l="l" t="t" r="r" b="b"/>
            <a:pathLst>
              <a:path w="6836" h="6735">
                <a:moveTo>
                  <a:pt x="0" y="0"/>
                </a:moveTo>
                <a:lnTo>
                  <a:pt x="3469" y="0"/>
                </a:lnTo>
                <a:cubicBezTo>
                  <a:pt x="5328" y="0"/>
                  <a:pt x="6836" y="1508"/>
                  <a:pt x="6836" y="3368"/>
                </a:cubicBezTo>
                <a:cubicBezTo>
                  <a:pt x="6836" y="5227"/>
                  <a:pt x="5328" y="6735"/>
                  <a:pt x="3469" y="6735"/>
                </a:cubicBezTo>
                <a:lnTo>
                  <a:pt x="0" y="673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4" name="任意多边形 33"/>
          <p:cNvSpPr>
            <a:spLocks noGrp="1"/>
          </p:cNvSpPr>
          <p:nvPr/>
        </p:nvSpPr>
        <p:spPr>
          <a:xfrm>
            <a:off x="692785" y="916305"/>
            <a:ext cx="4424045" cy="493204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/>
            <a:rect l="l" t="t" r="r" b="b"/>
            <a:pathLst>
              <a:path w="6836" h="6735">
                <a:moveTo>
                  <a:pt x="0" y="0"/>
                </a:moveTo>
                <a:lnTo>
                  <a:pt x="3469" y="0"/>
                </a:lnTo>
                <a:cubicBezTo>
                  <a:pt x="5328" y="0"/>
                  <a:pt x="6836" y="1508"/>
                  <a:pt x="6836" y="3368"/>
                </a:cubicBezTo>
                <a:cubicBezTo>
                  <a:pt x="6836" y="5227"/>
                  <a:pt x="5328" y="6735"/>
                  <a:pt x="3469" y="6735"/>
                </a:cubicBezTo>
                <a:lnTo>
                  <a:pt x="0" y="6735"/>
                </a:lnTo>
                <a:lnTo>
                  <a:pt x="0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49" name="任意多边形 48"/>
          <p:cNvSpPr>
            <a:spLocks noGrp="1"/>
          </p:cNvSpPr>
          <p:nvPr/>
        </p:nvSpPr>
        <p:spPr>
          <a:xfrm flipH="1">
            <a:off x="7068185" y="916305"/>
            <a:ext cx="4424045" cy="493204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/>
            <a:rect l="l" t="t" r="r" b="b"/>
            <a:pathLst>
              <a:path w="6836" h="6735">
                <a:moveTo>
                  <a:pt x="0" y="0"/>
                </a:moveTo>
                <a:lnTo>
                  <a:pt x="3469" y="0"/>
                </a:lnTo>
                <a:cubicBezTo>
                  <a:pt x="5328" y="0"/>
                  <a:pt x="6836" y="1508"/>
                  <a:pt x="6836" y="3368"/>
                </a:cubicBezTo>
                <a:cubicBezTo>
                  <a:pt x="6836" y="5227"/>
                  <a:pt x="5328" y="6735"/>
                  <a:pt x="3469" y="6735"/>
                </a:cubicBezTo>
                <a:lnTo>
                  <a:pt x="0" y="6735"/>
                </a:lnTo>
                <a:lnTo>
                  <a:pt x="0" y="0"/>
                </a:lnTo>
                <a:close/>
              </a:path>
            </a:pathLst>
          </a:custGeom>
          <a:noFill/>
          <a:ln>
            <a:gradFill>
              <a:gsLst>
                <a:gs pos="0">
                  <a:srgbClr val="62E5E0">
                    <a:alpha val="0"/>
                  </a:srgbClr>
                </a:gs>
                <a:gs pos="100000">
                  <a:srgbClr val="62E5E0"/>
                </a:gs>
              </a:gsLst>
              <a:lin ang="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4395470" y="1731645"/>
            <a:ext cx="3415030" cy="3415030"/>
          </a:xfrm>
          <a:prstGeom prst="ellipse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任意多边形 38"/>
          <p:cNvSpPr>
            <a:spLocks noGrp="1"/>
          </p:cNvSpPr>
          <p:nvPr/>
        </p:nvSpPr>
        <p:spPr>
          <a:xfrm flipH="1">
            <a:off x="7155180" y="1016635"/>
            <a:ext cx="4340860" cy="473265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/>
            <a:rect l="l" t="t" r="r" b="b"/>
            <a:pathLst>
              <a:path w="6836" h="6735">
                <a:moveTo>
                  <a:pt x="0" y="0"/>
                </a:moveTo>
                <a:lnTo>
                  <a:pt x="3469" y="0"/>
                </a:lnTo>
                <a:cubicBezTo>
                  <a:pt x="5328" y="0"/>
                  <a:pt x="6836" y="1508"/>
                  <a:pt x="6836" y="3368"/>
                </a:cubicBezTo>
                <a:cubicBezTo>
                  <a:pt x="6836" y="5227"/>
                  <a:pt x="5328" y="6735"/>
                  <a:pt x="3469" y="6735"/>
                </a:cubicBezTo>
                <a:lnTo>
                  <a:pt x="0" y="673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3E6E1">
                  <a:alpha val="0"/>
                </a:srgbClr>
              </a:gs>
              <a:gs pos="100000">
                <a:srgbClr val="63E6E1"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4389120" y="2526030"/>
            <a:ext cx="1712595" cy="1712595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8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406400" dist="1524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rmAutofit lnSpcReduction="10000"/>
          </a:bodyPr>
          <a:lstStyle/>
          <a:p>
            <a:pPr lvl="0" algn="ctr"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</a:rPr>
              <a:t>技术</a:t>
            </a:r>
            <a:endParaRPr sz="2400" b="1">
              <a:solidFill>
                <a:srgbClr val="FFFFFF"/>
              </a:solidFill>
            </a:endParaRPr>
          </a:p>
          <a:p>
            <a:pPr lvl="0" algn="ctr"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</a:rPr>
              <a:t>广度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4512945" y="2649855"/>
            <a:ext cx="1464945" cy="1464945"/>
          </a:xfrm>
          <a:prstGeom prst="ellipse">
            <a:avLst/>
          </a:prstGeom>
          <a:noFill/>
          <a:ln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6091555" y="2526030"/>
            <a:ext cx="1712595" cy="1712595"/>
          </a:xfrm>
          <a:prstGeom prst="ellipse">
            <a:avLst/>
          </a:prstGeom>
          <a:gradFill>
            <a:gsLst>
              <a:gs pos="0">
                <a:srgbClr val="63E6E1"/>
              </a:gs>
              <a:gs pos="100000">
                <a:srgbClr val="1A3BC6"/>
              </a:gs>
            </a:gsLst>
            <a:lin ang="2700000" scaled="0"/>
          </a:gradFill>
          <a:ln>
            <a:noFill/>
          </a:ln>
          <a:effectLst>
            <a:outerShdw blurRad="139700" dist="38100" dir="2700000" algn="tl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r>
              <a:rPr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</a:t>
            </a:r>
            <a:endParaRPr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r>
              <a:rPr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</a:t>
            </a:r>
            <a:r>
              <a:rPr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</a:t>
            </a:r>
            <a:endParaRPr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215380" y="2649855"/>
            <a:ext cx="1464945" cy="1464945"/>
          </a:xfrm>
          <a:prstGeom prst="ellipse">
            <a:avLst/>
          </a:prstGeom>
          <a:noFill/>
          <a:ln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正文"/>
          <p:cNvSpPr>
            <a:spLocks noGrp="1"/>
          </p:cNvSpPr>
          <p:nvPr/>
        </p:nvSpPr>
        <p:spPr>
          <a:xfrm flipH="1">
            <a:off x="7793990" y="1441450"/>
            <a:ext cx="3775710" cy="1238250"/>
          </a:xfrm>
          <a:prstGeom prst="rect">
            <a:avLst/>
          </a:prstGeom>
          <a:noFill/>
        </p:spPr>
        <p:txBody>
          <a:bodyPr wrap="square" lIns="90000" tIns="46800" rIns="90000" bIns="46800" anchor="t">
            <a:noAutofit/>
          </a:bodyPr>
          <a:lstStyle/>
          <a:p>
            <a:pPr algn="r">
              <a:lnSpc>
                <a:spcPct val="130000"/>
              </a:lnSpc>
              <a:spcAft>
                <a:spcPts val="1000"/>
              </a:spcAft>
              <a:buNone/>
            </a:pP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打通企业AI落地业务场景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，从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AI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落地咨询、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AI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培训、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RAG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知识库建设、超级智能体平台搭建及结合客户业务的智能体定制化开发及陪跑，</a:t>
            </a:r>
            <a:r>
              <a:rPr sz="1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AI</a:t>
            </a:r>
            <a:r>
              <a:rPr sz="1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全栈</a:t>
            </a:r>
            <a:r>
              <a:rPr sz="1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式服务</a:t>
            </a:r>
            <a:endParaRPr sz="1400" b="1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5" name="正文"/>
          <p:cNvSpPr>
            <a:spLocks noGrp="1"/>
          </p:cNvSpPr>
          <p:nvPr/>
        </p:nvSpPr>
        <p:spPr>
          <a:xfrm flipH="1">
            <a:off x="7793990" y="2905125"/>
            <a:ext cx="3637915" cy="1210945"/>
          </a:xfrm>
          <a:prstGeom prst="rect">
            <a:avLst/>
          </a:prstGeom>
          <a:noFill/>
        </p:spPr>
        <p:txBody>
          <a:bodyPr wrap="square" lIns="90000" tIns="46800" rIns="90000" bIns="46800" anchor="t">
            <a:spAutoFit/>
          </a:bodyPr>
          <a:lstStyle/>
          <a:p>
            <a:pPr algn="r">
              <a:lnSpc>
                <a:spcPct val="130000"/>
              </a:lnSpc>
              <a:spcAft>
                <a:spcPts val="1000"/>
              </a:spcAft>
              <a:buNone/>
            </a:pP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智能运维平台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Opsmind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，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集成自动化运维编排与专属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AI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运维核心知识库智能助手，同时实现补丁漏洞管理覆盖、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CMDB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聚合管理，</a:t>
            </a:r>
            <a:r>
              <a:rPr sz="1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助力</a:t>
            </a:r>
            <a:r>
              <a:rPr sz="1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客户打造专家级运维能力</a:t>
            </a:r>
            <a:endParaRPr sz="1400" b="1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6" name="正文"/>
          <p:cNvSpPr>
            <a:spLocks noGrp="1"/>
          </p:cNvSpPr>
          <p:nvPr/>
        </p:nvSpPr>
        <p:spPr>
          <a:xfrm flipH="1">
            <a:off x="7793355" y="4295140"/>
            <a:ext cx="3638550" cy="1210945"/>
          </a:xfrm>
          <a:prstGeom prst="rect">
            <a:avLst/>
          </a:prstGeom>
          <a:noFill/>
        </p:spPr>
        <p:txBody>
          <a:bodyPr wrap="square" lIns="90000" tIns="46800" rIns="90000" bIns="46800" anchor="t">
            <a:spAutoFit/>
          </a:bodyPr>
          <a:lstStyle/>
          <a:p>
            <a:pPr algn="r">
              <a:lnSpc>
                <a:spcPct val="130000"/>
              </a:lnSpc>
              <a:spcAft>
                <a:spcPts val="1000"/>
              </a:spcAft>
              <a:buNone/>
            </a:pP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企业安全编排自动化与响应（SOAR）解决方案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，通过安全控制、防御、检测、监测、审计、溯源等关键技术保障企业安全运营，实现</a:t>
            </a:r>
            <a:r>
              <a:rPr sz="1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企业漏洞无效化</a:t>
            </a:r>
            <a:r>
              <a:rPr sz="1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管理</a:t>
            </a:r>
            <a:endParaRPr sz="1400" b="1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7" name="椭圆 36"/>
          <p:cNvSpPr>
            <a:spLocks noGrp="1"/>
          </p:cNvSpPr>
          <p:nvPr/>
        </p:nvSpPr>
        <p:spPr>
          <a:xfrm flipH="1">
            <a:off x="11569700" y="2004060"/>
            <a:ext cx="179705" cy="180340"/>
          </a:xfrm>
          <a:prstGeom prst="ellipse">
            <a:avLst/>
          </a:prstGeom>
          <a:gradFill>
            <a:gsLst>
              <a:gs pos="0">
                <a:srgbClr val="63E6E1"/>
              </a:gs>
              <a:gs pos="100000">
                <a:srgbClr val="1A3BC6"/>
              </a:gs>
            </a:gsLst>
            <a:lin ang="2700000" scaled="0"/>
          </a:gradFill>
          <a:ln>
            <a:noFill/>
          </a:ln>
          <a:effectLst>
            <a:outerShdw blurRad="139700" dist="38100" dir="2700000" algn="tl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8" name="椭圆 37"/>
          <p:cNvSpPr>
            <a:spLocks noGrp="1"/>
          </p:cNvSpPr>
          <p:nvPr/>
        </p:nvSpPr>
        <p:spPr>
          <a:xfrm flipH="1">
            <a:off x="11569700" y="3315970"/>
            <a:ext cx="179705" cy="180340"/>
          </a:xfrm>
          <a:prstGeom prst="ellipse">
            <a:avLst/>
          </a:prstGeom>
          <a:gradFill>
            <a:gsLst>
              <a:gs pos="0">
                <a:srgbClr val="63E6E1"/>
              </a:gs>
              <a:gs pos="100000">
                <a:srgbClr val="1A3BC6"/>
              </a:gs>
            </a:gsLst>
            <a:lin ang="2700000" scaled="0"/>
          </a:gradFill>
          <a:ln>
            <a:noFill/>
          </a:ln>
          <a:effectLst>
            <a:outerShdw blurRad="139700" dist="38100" dir="2700000" algn="tl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 flipH="1">
            <a:off x="11569700" y="4796155"/>
            <a:ext cx="179705" cy="180340"/>
          </a:xfrm>
          <a:prstGeom prst="ellipse">
            <a:avLst/>
          </a:prstGeom>
          <a:gradFill>
            <a:gsLst>
              <a:gs pos="0">
                <a:srgbClr val="63E6E1"/>
              </a:gs>
              <a:gs pos="100000">
                <a:srgbClr val="1A3BC6"/>
              </a:gs>
            </a:gsLst>
            <a:lin ang="2700000" scaled="0"/>
          </a:gradFill>
          <a:ln>
            <a:noFill/>
          </a:ln>
          <a:effectLst>
            <a:outerShdw blurRad="139700" dist="38100" dir="2700000" algn="tl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正文"/>
          <p:cNvSpPr>
            <a:spLocks noGrp="1"/>
          </p:cNvSpPr>
          <p:nvPr/>
        </p:nvSpPr>
        <p:spPr>
          <a:xfrm>
            <a:off x="711200" y="1607185"/>
            <a:ext cx="3638550" cy="930910"/>
          </a:xfrm>
          <a:prstGeom prst="rect">
            <a:avLst/>
          </a:prstGeom>
          <a:noFill/>
        </p:spPr>
        <p:txBody>
          <a:bodyPr wrap="square" lIns="90000" tIns="46800" rIns="90000" bIns="468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内核级问题解决能力，技术覆盖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Linux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操作系统全场景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（如麒麟、统信、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RHEL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、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CentOS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、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Ubuntu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、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SUSE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等）</a:t>
            </a:r>
            <a:endParaRPr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3" name="正文"/>
          <p:cNvSpPr>
            <a:spLocks noGrp="1"/>
          </p:cNvSpPr>
          <p:nvPr/>
        </p:nvSpPr>
        <p:spPr>
          <a:xfrm>
            <a:off x="711200" y="2800668"/>
            <a:ext cx="3638550" cy="930910"/>
          </a:xfrm>
          <a:prstGeom prst="rect">
            <a:avLst/>
          </a:prstGeom>
          <a:noFill/>
        </p:spPr>
        <p:txBody>
          <a:bodyPr wrap="square" lIns="90000" tIns="46800" rIns="90000" bIns="468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核心技术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支持覆盖数据库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MySQL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、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MariaDB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、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DM 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达梦、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Oracle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等，中间件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Nginx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、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Tomcat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、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Redis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、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Kafka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、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RabbitMQ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等</a:t>
            </a:r>
            <a:endParaRPr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4" name="正文"/>
          <p:cNvSpPr>
            <a:spLocks noGrp="1"/>
          </p:cNvSpPr>
          <p:nvPr/>
        </p:nvSpPr>
        <p:spPr>
          <a:xfrm>
            <a:off x="711200" y="4280853"/>
            <a:ext cx="3638550" cy="1210945"/>
          </a:xfrm>
          <a:prstGeom prst="rect">
            <a:avLst/>
          </a:prstGeom>
          <a:noFill/>
        </p:spPr>
        <p:txBody>
          <a:bodyPr wrap="square" lIns="90000" tIns="46800" rIns="90000" bIns="468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支持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VMware vSphere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、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KVM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、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oVirt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、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Proxmox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、及多云技术栈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 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的集群化部署与资源管理，管理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Docker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、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Kubernetes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、</a:t>
            </a:r>
            <a:r>
              <a:rPr sz="14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OpenShift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运维与多租户环境隔离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管理</a:t>
            </a:r>
            <a:endParaRPr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367665" y="2004060"/>
            <a:ext cx="179705" cy="180340"/>
          </a:xfrm>
          <a:prstGeom prst="ellipse">
            <a:avLst/>
          </a:prstGeom>
          <a:gradFill>
            <a:gsLst>
              <a:gs pos="0">
                <a:srgbClr val="1A3BC6"/>
              </a:gs>
              <a:gs pos="100000">
                <a:srgbClr val="1A3BC6">
                  <a:alpha val="17000"/>
                </a:srgbClr>
              </a:gs>
            </a:gsLst>
            <a:lin ang="8640000" scaled="0"/>
          </a:gradFill>
          <a:ln>
            <a:noFill/>
          </a:ln>
          <a:effectLst>
            <a:outerShdw blurRad="139700" dist="38100" dir="2700000" algn="tl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367665" y="3315970"/>
            <a:ext cx="179705" cy="180340"/>
          </a:xfrm>
          <a:prstGeom prst="ellipse">
            <a:avLst/>
          </a:prstGeom>
          <a:gradFill>
            <a:gsLst>
              <a:gs pos="0">
                <a:srgbClr val="1A3BC6"/>
              </a:gs>
              <a:gs pos="100000">
                <a:srgbClr val="1A3BC6">
                  <a:alpha val="17000"/>
                </a:srgbClr>
              </a:gs>
            </a:gsLst>
            <a:lin ang="8640000" scaled="0"/>
          </a:gradFill>
          <a:ln>
            <a:noFill/>
          </a:ln>
          <a:effectLst>
            <a:outerShdw blurRad="139700" dist="38100" dir="2700000" algn="tl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367665" y="4796155"/>
            <a:ext cx="179705" cy="180340"/>
          </a:xfrm>
          <a:prstGeom prst="ellipse">
            <a:avLst/>
          </a:prstGeom>
          <a:gradFill>
            <a:gsLst>
              <a:gs pos="0">
                <a:srgbClr val="1A3BC6"/>
              </a:gs>
              <a:gs pos="100000">
                <a:srgbClr val="1A3BC6">
                  <a:alpha val="17000"/>
                </a:srgbClr>
              </a:gs>
            </a:gsLst>
            <a:lin ang="8640000" scaled="0"/>
          </a:gradFill>
          <a:ln>
            <a:noFill/>
          </a:ln>
          <a:effectLst>
            <a:outerShdw blurRad="139700" dist="38100" dir="2700000" algn="tl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401955" y="2680335"/>
            <a:ext cx="3976370" cy="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132080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核心</a:t>
            </a:r>
            <a:r>
              <a:rPr sz="2600">
                <a:solidFill>
                  <a:srgbClr val="1A3BC6"/>
                </a:solidFill>
              </a:rPr>
              <a:t>技术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401955" y="4234180"/>
            <a:ext cx="3976370" cy="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7766050" y="2680335"/>
            <a:ext cx="3976370" cy="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7766050" y="4234180"/>
            <a:ext cx="3976370" cy="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86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4075430" y="1174115"/>
            <a:ext cx="7661275" cy="2254885"/>
          </a:xfrm>
          <a:prstGeom prst="roundRect">
            <a:avLst>
              <a:gd name="adj" fmla="val 5794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620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540000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323850" y="3731895"/>
            <a:ext cx="7661275" cy="2254885"/>
          </a:xfrm>
          <a:prstGeom prst="roundRect">
            <a:avLst>
              <a:gd name="adj" fmla="val 5794"/>
            </a:avLst>
          </a:prstGeom>
          <a:gradFill>
            <a:gsLst>
              <a:gs pos="0">
                <a:srgbClr val="63E6E0">
                  <a:alpha val="0"/>
                </a:srgbClr>
              </a:gs>
              <a:gs pos="100000">
                <a:srgbClr val="63E6E0">
                  <a:alpha val="21000"/>
                </a:srgbClr>
              </a:gs>
            </a:gsLst>
            <a:lin ang="16200000" scaled="0"/>
          </a:gradFill>
          <a:ln>
            <a:gradFill>
              <a:gsLst>
                <a:gs pos="100000">
                  <a:srgbClr val="63E6E0">
                    <a:alpha val="0"/>
                  </a:srgbClr>
                </a:gs>
                <a:gs pos="0">
                  <a:srgbClr val="63E6E0">
                    <a:alpha val="44000"/>
                  </a:srgbClr>
                </a:gs>
              </a:gsLst>
              <a:lin ang="540000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132080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服务</a:t>
            </a:r>
            <a:r>
              <a:rPr sz="2600">
                <a:solidFill>
                  <a:srgbClr val="1A3BC6"/>
                </a:solidFill>
              </a:rPr>
              <a:t>优势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64" name="TextBox 30"/>
          <p:cNvSpPr>
            <a:spLocks noGrp="1"/>
          </p:cNvSpPr>
          <p:nvPr/>
        </p:nvSpPr>
        <p:spPr>
          <a:xfrm>
            <a:off x="4260850" y="1271270"/>
            <a:ext cx="7332345" cy="1830070"/>
          </a:xfrm>
          <a:prstGeom prst="rect">
            <a:avLst/>
          </a:prstGeom>
          <a:noFill/>
        </p:spPr>
        <p:txBody>
          <a:bodyPr wrap="square" lIns="91423" tIns="45712" rIns="91423" bIns="45712"/>
          <a:lstStyle>
            <a:lvl1pPr>
              <a:lnSpc>
                <a:spcPts val="2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/>
                <a:ea typeface="字魂59号-创粗黑"/>
                <a:cs typeface="字魂59号-创粗黑"/>
              </a:defRPr>
            </a:lvl1pPr>
          </a:lstStyle>
          <a:p>
            <a:pPr indent="0" algn="l">
              <a:lnSpc>
                <a:spcPct val="200000"/>
              </a:lnSpc>
              <a:buNone/>
            </a:pP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聚焦于人工智能、开源软件及操作系统的综合运维解决方案及技术支持服务，公司核心技术团队基于多年金融客户实践经验沉淀，结合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人工智能孵化</a:t>
            </a:r>
            <a:r>
              <a:rPr sz="15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打造智能运维平台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，在金融信创建设背景下，提供跨品牌统一技术支持服务，深入金融科技运维痛点，专业保障业务稳定性。</a:t>
            </a:r>
            <a:endParaRPr sz="1500" ker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30"/>
          <p:cNvSpPr>
            <a:spLocks noGrp="1"/>
          </p:cNvSpPr>
          <p:nvPr/>
        </p:nvSpPr>
        <p:spPr>
          <a:xfrm>
            <a:off x="509270" y="3867150"/>
            <a:ext cx="7332345" cy="1530985"/>
          </a:xfrm>
          <a:prstGeom prst="rect">
            <a:avLst/>
          </a:prstGeom>
          <a:noFill/>
        </p:spPr>
        <p:txBody>
          <a:bodyPr wrap="square" lIns="91423" tIns="45712" rIns="91423" bIns="45712">
            <a:noAutofit/>
          </a:bodyPr>
          <a:lstStyle>
            <a:lvl1pPr>
              <a:lnSpc>
                <a:spcPts val="2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/>
                <a:ea typeface="字魂59号-创粗黑"/>
                <a:cs typeface="字魂59号-创粗黑"/>
              </a:defRPr>
            </a:lvl1pPr>
          </a:lstStyle>
          <a:p>
            <a:pPr lvl="0" algn="l">
              <a:lnSpc>
                <a:spcPct val="200000"/>
              </a:lnSpc>
              <a:buClrTx/>
              <a:buSzTx/>
              <a:buFontTx/>
              <a:buNone/>
            </a:pP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能力爆炸式发展的的技术浪潮中，提供</a:t>
            </a:r>
            <a:r>
              <a:rPr sz="1500" b="1">
                <a:ln>
                  <a:noFill/>
                  <a:prstDash val="sysDot"/>
                </a:ln>
                <a:solidFill>
                  <a:srgbClr val="1A3BC6"/>
                </a:solidFill>
                <a:latin typeface="Microsoft YaHei Bold"/>
                <a:ea typeface="Microsoft YaHei Bold"/>
                <a:cs typeface="Microsoft YaHei Bold"/>
              </a:rPr>
              <a:t>一站式企业AI全栈服务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（咨询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RAG / 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算力规划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智能体平台建设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智能体定制陪跑）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助力业务场景高效落地</a:t>
            </a:r>
            <a:r>
              <a:rPr sz="1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500" ker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对角圆角矩形 26"/>
          <p:cNvSpPr>
            <a:spLocks noGrp="1"/>
          </p:cNvSpPr>
          <p:nvPr/>
        </p:nvSpPr>
        <p:spPr>
          <a:xfrm>
            <a:off x="323850" y="1210310"/>
            <a:ext cx="3463925" cy="2111375"/>
          </a:xfrm>
          <a:prstGeom prst="round2Diag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对角圆角矩形 28"/>
          <p:cNvSpPr>
            <a:spLocks noGrp="1"/>
          </p:cNvSpPr>
          <p:nvPr/>
        </p:nvSpPr>
        <p:spPr>
          <a:xfrm>
            <a:off x="8272780" y="3731895"/>
            <a:ext cx="3463925" cy="2111375"/>
          </a:xfrm>
          <a:prstGeom prst="round2DiagRect">
            <a:avLst>
              <a:gd name="adj1" fmla="val 0"/>
              <a:gd name="adj2" fmla="val 1603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7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: 形状 88"/>
          <p:cNvSpPr>
            <a:spLocks noGrp="1"/>
          </p:cNvSpPr>
          <p:nvPr/>
        </p:nvSpPr>
        <p:spPr>
          <a:xfrm>
            <a:off x="3577590" y="1449070"/>
            <a:ext cx="1243965" cy="347345"/>
          </a:xfrm>
          <a:custGeom>
            <a:avLst/>
            <a:gdLst>
              <a:gd name="connsiteX0" fmla="*/ 0 w 1479"/>
              <a:gd name="connsiteY0" fmla="*/ 373 h 373"/>
              <a:gd name="connsiteX1" fmla="*/ 288 w 1479"/>
              <a:gd name="connsiteY1" fmla="*/ 0 h 373"/>
              <a:gd name="connsiteX2" fmla="*/ 1479 w 1479"/>
              <a:gd name="connsiteY2" fmla="*/ 4 h 373"/>
            </a:gdLst>
            <a:ahLst/>
            <a:cxnLst/>
            <a:rect l="l" t="t" r="r" b="b"/>
            <a:pathLst>
              <a:path w="1479" h="373">
                <a:moveTo>
                  <a:pt x="0" y="373"/>
                </a:moveTo>
                <a:lnTo>
                  <a:pt x="288" y="0"/>
                </a:lnTo>
                <a:lnTo>
                  <a:pt x="1479" y="4"/>
                </a:lnTo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任意多边形: 形状 5"/>
          <p:cNvSpPr>
            <a:spLocks noGrp="1"/>
          </p:cNvSpPr>
          <p:nvPr/>
        </p:nvSpPr>
        <p:spPr>
          <a:xfrm flipV="1">
            <a:off x="3579043" y="4758003"/>
            <a:ext cx="1242867" cy="346758"/>
          </a:xfrm>
          <a:custGeom>
            <a:avLst/>
            <a:gdLst>
              <a:gd name="connsiteX0" fmla="*/ 0 w 1957"/>
              <a:gd name="connsiteY0" fmla="*/ 546 h 546"/>
              <a:gd name="connsiteX1" fmla="*/ 412 w 1957"/>
              <a:gd name="connsiteY1" fmla="*/ 0 h 546"/>
              <a:gd name="connsiteX2" fmla="*/ 1957 w 1957"/>
              <a:gd name="connsiteY2" fmla="*/ 0 h 546"/>
            </a:gdLst>
            <a:ahLst/>
            <a:cxnLst/>
            <a:rect l="l" t="t" r="r" b="b"/>
            <a:pathLst>
              <a:path w="1957" h="546">
                <a:moveTo>
                  <a:pt x="0" y="546"/>
                </a:moveTo>
                <a:lnTo>
                  <a:pt x="412" y="0"/>
                </a:lnTo>
                <a:lnTo>
                  <a:pt x="1957" y="0"/>
                </a:lnTo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821555" y="919480"/>
            <a:ext cx="7164070" cy="2254885"/>
          </a:xfrm>
          <a:prstGeom prst="roundRect">
            <a:avLst>
              <a:gd name="adj" fmla="val 5794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620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540000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4821555" y="3401695"/>
            <a:ext cx="7164070" cy="2254885"/>
          </a:xfrm>
          <a:prstGeom prst="roundRect">
            <a:avLst>
              <a:gd name="adj" fmla="val 5794"/>
            </a:avLst>
          </a:prstGeom>
          <a:gradFill>
            <a:gsLst>
              <a:gs pos="0">
                <a:srgbClr val="63E6E0">
                  <a:alpha val="0"/>
                </a:srgbClr>
              </a:gs>
              <a:gs pos="100000">
                <a:srgbClr val="63E6E0">
                  <a:alpha val="21000"/>
                </a:srgbClr>
              </a:gs>
            </a:gsLst>
            <a:lin ang="16200000" scaled="0"/>
          </a:gradFill>
          <a:ln>
            <a:gradFill>
              <a:gsLst>
                <a:gs pos="100000">
                  <a:srgbClr val="63E6E0">
                    <a:alpha val="0"/>
                  </a:srgbClr>
                </a:gs>
                <a:gs pos="0">
                  <a:srgbClr val="63E6E0">
                    <a:alpha val="44000"/>
                  </a:srgbClr>
                </a:gs>
              </a:gsLst>
              <a:lin ang="540000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132080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行业优势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2" name="任意多边形: 形状 21"/>
          <p:cNvSpPr>
            <a:spLocks noGrp="1"/>
          </p:cNvSpPr>
          <p:nvPr/>
        </p:nvSpPr>
        <p:spPr>
          <a:xfrm>
            <a:off x="323738" y="1803483"/>
            <a:ext cx="3236849" cy="3236849"/>
          </a:xfrm>
          <a:custGeom>
            <a:avLst/>
            <a:gdLst>
              <a:gd name="connsiteX0" fmla="*/ 1599318 w 3191256"/>
              <a:gd name="connsiteY0" fmla="*/ 502539 h 3191256"/>
              <a:gd name="connsiteX1" fmla="*/ 506718 w 3191256"/>
              <a:gd name="connsiteY1" fmla="*/ 1595139 h 3191256"/>
              <a:gd name="connsiteX2" fmla="*/ 1599318 w 3191256"/>
              <a:gd name="connsiteY2" fmla="*/ 2687739 h 3191256"/>
              <a:gd name="connsiteX3" fmla="*/ 2691918 w 3191256"/>
              <a:gd name="connsiteY3" fmla="*/ 1595139 h 3191256"/>
              <a:gd name="connsiteX4" fmla="*/ 1599318 w 3191256"/>
              <a:gd name="connsiteY4" fmla="*/ 502539 h 3191256"/>
              <a:gd name="connsiteX5" fmla="*/ 1595628 w 3191256"/>
              <a:gd name="connsiteY5" fmla="*/ 0 h 3191256"/>
              <a:gd name="connsiteX6" fmla="*/ 3191256 w 3191256"/>
              <a:gd name="connsiteY6" fmla="*/ 1595628 h 3191256"/>
              <a:gd name="connsiteX7" fmla="*/ 1595628 w 3191256"/>
              <a:gd name="connsiteY7" fmla="*/ 3191256 h 3191256"/>
              <a:gd name="connsiteX8" fmla="*/ 0 w 3191256"/>
              <a:gd name="connsiteY8" fmla="*/ 1595628 h 3191256"/>
              <a:gd name="connsiteX9" fmla="*/ 1595628 w 3191256"/>
              <a:gd name="connsiteY9" fmla="*/ 0 h 3191256"/>
            </a:gdLst>
            <a:ahLst/>
            <a:cxnLst/>
            <a:rect l="l" t="t" r="r" b="b"/>
            <a:pathLst>
              <a:path w="3191256" h="3191256">
                <a:moveTo>
                  <a:pt x="1599318" y="502539"/>
                </a:moveTo>
                <a:cubicBezTo>
                  <a:pt x="995892" y="502539"/>
                  <a:pt x="506718" y="991713"/>
                  <a:pt x="506718" y="1595139"/>
                </a:cubicBezTo>
                <a:cubicBezTo>
                  <a:pt x="506718" y="2198565"/>
                  <a:pt x="995892" y="2687739"/>
                  <a:pt x="1599318" y="2687739"/>
                </a:cubicBezTo>
                <a:cubicBezTo>
                  <a:pt x="2202744" y="2687739"/>
                  <a:pt x="2691918" y="2198565"/>
                  <a:pt x="2691918" y="1595139"/>
                </a:cubicBezTo>
                <a:cubicBezTo>
                  <a:pt x="2691918" y="991713"/>
                  <a:pt x="2202744" y="502539"/>
                  <a:pt x="1599318" y="502539"/>
                </a:cubicBezTo>
                <a:close/>
                <a:moveTo>
                  <a:pt x="1595628" y="0"/>
                </a:moveTo>
                <a:cubicBezTo>
                  <a:pt x="2476869" y="0"/>
                  <a:pt x="3191256" y="714387"/>
                  <a:pt x="3191256" y="1595628"/>
                </a:cubicBezTo>
                <a:cubicBezTo>
                  <a:pt x="3191256" y="2476869"/>
                  <a:pt x="2476869" y="3191256"/>
                  <a:pt x="1595628" y="3191256"/>
                </a:cubicBezTo>
                <a:cubicBezTo>
                  <a:pt x="714387" y="3191256"/>
                  <a:pt x="0" y="2476869"/>
                  <a:pt x="0" y="1595628"/>
                </a:cubicBezTo>
                <a:cubicBezTo>
                  <a:pt x="0" y="714387"/>
                  <a:pt x="714387" y="0"/>
                  <a:pt x="1595628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</p:spPr>
        <p:txBody>
          <a:bodyPr wrap="square">
            <a:noAutofit/>
          </a:bodyPr>
          <a:lstStyle/>
          <a:p/>
        </p:txBody>
      </p:sp>
      <p:sp>
        <p:nvSpPr>
          <p:cNvPr id="14" name="任意多边形: 形状 25"/>
          <p:cNvSpPr>
            <a:spLocks noGrp="1"/>
          </p:cNvSpPr>
          <p:nvPr/>
        </p:nvSpPr>
        <p:spPr>
          <a:xfrm>
            <a:off x="2228467" y="3428838"/>
            <a:ext cx="1822544" cy="2021104"/>
          </a:xfrm>
          <a:custGeom>
            <a:avLst/>
            <a:gdLst>
              <a:gd name="connsiteX0" fmla="*/ 806787 w 1822291"/>
              <a:gd name="connsiteY0" fmla="*/ 0 h 2020824"/>
              <a:gd name="connsiteX1" fmla="*/ 1776571 w 1822291"/>
              <a:gd name="connsiteY1" fmla="*/ 0 h 2020824"/>
              <a:gd name="connsiteX2" fmla="*/ 1822291 w 1822291"/>
              <a:gd name="connsiteY2" fmla="*/ 54864 h 2020824"/>
              <a:gd name="connsiteX3" fmla="*/ 1392523 w 1822291"/>
              <a:gd name="connsiteY3" fmla="*/ 1280160 h 2020824"/>
              <a:gd name="connsiteX4" fmla="*/ 313531 w 1822291"/>
              <a:gd name="connsiteY4" fmla="*/ 2020824 h 2020824"/>
              <a:gd name="connsiteX5" fmla="*/ 249523 w 1822291"/>
              <a:gd name="connsiteY5" fmla="*/ 1984248 h 2020824"/>
              <a:gd name="connsiteX6" fmla="*/ 0 w 1822291"/>
              <a:gd name="connsiteY6" fmla="*/ 1048536 h 2020824"/>
              <a:gd name="connsiteX7" fmla="*/ 39348 w 1822291"/>
              <a:gd name="connsiteY7" fmla="*/ 1038418 h 2020824"/>
              <a:gd name="connsiteX8" fmla="*/ 801401 w 1822291"/>
              <a:gd name="connsiteY8" fmla="*/ 106651 h 2020824"/>
            </a:gdLst>
            <a:ahLst/>
            <a:cxnLst/>
            <a:rect l="l" t="t" r="r" b="b"/>
            <a:pathLst>
              <a:path w="1822291" h="2020824">
                <a:moveTo>
                  <a:pt x="806787" y="0"/>
                </a:moveTo>
                <a:lnTo>
                  <a:pt x="1776571" y="0"/>
                </a:lnTo>
                <a:cubicBezTo>
                  <a:pt x="1804003" y="0"/>
                  <a:pt x="1822291" y="18288"/>
                  <a:pt x="1822291" y="54864"/>
                </a:cubicBezTo>
                <a:cubicBezTo>
                  <a:pt x="1813147" y="493776"/>
                  <a:pt x="1657699" y="923544"/>
                  <a:pt x="1392523" y="1280160"/>
                </a:cubicBezTo>
                <a:cubicBezTo>
                  <a:pt x="1118203" y="1636776"/>
                  <a:pt x="743299" y="1892808"/>
                  <a:pt x="313531" y="2020824"/>
                </a:cubicBezTo>
                <a:cubicBezTo>
                  <a:pt x="286099" y="2020824"/>
                  <a:pt x="258667" y="2011680"/>
                  <a:pt x="249523" y="1984248"/>
                </a:cubicBezTo>
                <a:lnTo>
                  <a:pt x="0" y="1048536"/>
                </a:lnTo>
                <a:lnTo>
                  <a:pt x="39348" y="1038418"/>
                </a:lnTo>
                <a:cubicBezTo>
                  <a:pt x="449898" y="910724"/>
                  <a:pt x="756639" y="547411"/>
                  <a:pt x="801401" y="10665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bg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/>
        </p:txBody>
      </p:sp>
      <p:sp>
        <p:nvSpPr>
          <p:cNvPr id="24" name="任意多边形: 形状 23"/>
          <p:cNvSpPr>
            <a:spLocks noGrp="1"/>
          </p:cNvSpPr>
          <p:nvPr/>
        </p:nvSpPr>
        <p:spPr>
          <a:xfrm>
            <a:off x="2232367" y="1204159"/>
            <a:ext cx="2019839" cy="2215533"/>
          </a:xfrm>
          <a:custGeom>
            <a:avLst/>
            <a:gdLst>
              <a:gd name="connsiteX0" fmla="*/ 344207 w 2019559"/>
              <a:gd name="connsiteY0" fmla="*/ 378 h 2215226"/>
              <a:gd name="connsiteX1" fmla="*/ 364495 w 2019559"/>
              <a:gd name="connsiteY1" fmla="*/ 2378 h 2215226"/>
              <a:gd name="connsiteX2" fmla="*/ 1544071 w 2019559"/>
              <a:gd name="connsiteY2" fmla="*/ 816194 h 2215226"/>
              <a:gd name="connsiteX3" fmla="*/ 2019559 w 2019559"/>
              <a:gd name="connsiteY3" fmla="*/ 2169506 h 2215226"/>
              <a:gd name="connsiteX4" fmla="*/ 1973839 w 2019559"/>
              <a:gd name="connsiteY4" fmla="*/ 2215226 h 2215226"/>
              <a:gd name="connsiteX5" fmla="*/ 814830 w 2019559"/>
              <a:gd name="connsiteY5" fmla="*/ 2215226 h 2215226"/>
              <a:gd name="connsiteX6" fmla="*/ 814886 w 2019559"/>
              <a:gd name="connsiteY6" fmla="*/ 2214123 h 2215226"/>
              <a:gd name="connsiteX7" fmla="*/ 47192 w 2019559"/>
              <a:gd name="connsiteY7" fmla="*/ 1170644 h 2215226"/>
              <a:gd name="connsiteX8" fmla="*/ 0 w 2019559"/>
              <a:gd name="connsiteY8" fmla="*/ 1158510 h 2215226"/>
              <a:gd name="connsiteX9" fmla="*/ 300487 w 2019559"/>
              <a:gd name="connsiteY9" fmla="*/ 38954 h 2215226"/>
              <a:gd name="connsiteX10" fmla="*/ 344207 w 2019559"/>
              <a:gd name="connsiteY10" fmla="*/ 378 h 2215226"/>
            </a:gdLst>
            <a:ahLst/>
            <a:cxnLst/>
            <a:rect l="l" t="t" r="r" b="b"/>
            <a:pathLst>
              <a:path w="2019559" h="2215226">
                <a:moveTo>
                  <a:pt x="344207" y="378"/>
                </a:moveTo>
                <a:cubicBezTo>
                  <a:pt x="350779" y="-480"/>
                  <a:pt x="357637" y="92"/>
                  <a:pt x="364495" y="2378"/>
                </a:cubicBezTo>
                <a:cubicBezTo>
                  <a:pt x="830839" y="139538"/>
                  <a:pt x="1251463" y="423002"/>
                  <a:pt x="1544071" y="816194"/>
                </a:cubicBezTo>
                <a:cubicBezTo>
                  <a:pt x="1845823" y="1200242"/>
                  <a:pt x="2010415" y="1675730"/>
                  <a:pt x="2019559" y="2169506"/>
                </a:cubicBezTo>
                <a:cubicBezTo>
                  <a:pt x="2019559" y="2196938"/>
                  <a:pt x="2001271" y="2215226"/>
                  <a:pt x="1973839" y="2215226"/>
                </a:cubicBezTo>
                <a:lnTo>
                  <a:pt x="814830" y="2215226"/>
                </a:lnTo>
                <a:lnTo>
                  <a:pt x="814886" y="2214123"/>
                </a:lnTo>
                <a:cubicBezTo>
                  <a:pt x="814886" y="1723840"/>
                  <a:pt x="491955" y="1308980"/>
                  <a:pt x="47192" y="1170644"/>
                </a:cubicBezTo>
                <a:lnTo>
                  <a:pt x="0" y="1158510"/>
                </a:lnTo>
                <a:lnTo>
                  <a:pt x="300487" y="38954"/>
                </a:lnTo>
                <a:cubicBezTo>
                  <a:pt x="307345" y="18380"/>
                  <a:pt x="324490" y="2950"/>
                  <a:pt x="344207" y="378"/>
                </a:cubicBezTo>
                <a:close/>
              </a:path>
            </a:pathLst>
          </a:cu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067935" y="1294130"/>
            <a:ext cx="6697345" cy="21253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近十年服务于华南区银行及大型金融机构超</a:t>
            </a: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家，历经十万级</a:t>
            </a: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Linux</a:t>
            </a: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操作系统节点部署运维经验，积累成熟规范、流程与应对策略，了解金融监管要求，能快速提供对标方案，缩短周期、提升稳定性，保障生产连续性。</a:t>
            </a: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067935" y="3910330"/>
            <a:ext cx="6697345" cy="21253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拥有红帽、</a:t>
            </a: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</a:t>
            </a: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IBM</a:t>
            </a: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、麒麟、统信、达梦、安博通等主流</a:t>
            </a: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品牌认证代理资质，与权威机构合作进行金融行业信创建设规划及相关信创产品测评，强化中立第三方综合能力，契合客户传统与信创多品牌并存下对兼容性与中立性的需求。</a:t>
            </a: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5" name="图片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27230" y="2222741"/>
            <a:ext cx="382126" cy="382126"/>
          </a:xfrm>
          <a:prstGeom prst="rect">
            <a:avLst/>
          </a:prstGeom>
        </p:spPr>
      </p:pic>
      <p:pic>
        <p:nvPicPr>
          <p:cNvPr id="106" name="图片 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4952" y="4148101"/>
            <a:ext cx="381653" cy="381653"/>
          </a:xfrm>
          <a:prstGeom prst="rect">
            <a:avLst/>
          </a:prstGeom>
        </p:spPr>
      </p:pic>
      <p:sp>
        <p:nvSpPr>
          <p:cNvPr id="87" name="Title 13"/>
          <p:cNvSpPr>
            <a:spLocks noGrp="1"/>
          </p:cNvSpPr>
          <p:nvPr/>
        </p:nvSpPr>
        <p:spPr>
          <a:xfrm>
            <a:off x="5067934" y="1165174"/>
            <a:ext cx="3497580" cy="569594"/>
          </a:xfrm>
          <a:prstGeom prst="rect">
            <a:avLst/>
          </a:prstGeom>
          <a:noFill/>
          <a:ln>
            <a:noFill/>
          </a:ln>
        </p:spPr>
        <p:txBody>
          <a:bodyPr wrap="square" lIns="0" tIns="121899" rIns="0" bIns="121899" anchor="ctr">
            <a:noAutofit/>
          </a:bodyPr>
          <a:lstStyle>
            <a:lvl1pPr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285750" indent="-285750" algn="l">
              <a:buFont typeface="Wingdings" panose="05000000000000000000"/>
              <a:buChar char=""/>
            </a:pPr>
            <a:r>
              <a:rPr sz="2400" b="1" spc="100">
                <a:solidFill>
                  <a:srgbClr val="1A3BC6"/>
                </a:solidFill>
                <a:latin typeface="+mn-lt"/>
                <a:ea typeface="+mn-lt"/>
                <a:cs typeface="+mn-lt"/>
              </a:rPr>
              <a:t>行业沉淀</a:t>
            </a:r>
            <a:endParaRPr sz="2400" b="1" kern="0" spc="100">
              <a:solidFill>
                <a:srgbClr val="1A3BC6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9" name="Title 13"/>
          <p:cNvSpPr>
            <a:spLocks noGrp="1"/>
          </p:cNvSpPr>
          <p:nvPr/>
        </p:nvSpPr>
        <p:spPr>
          <a:xfrm>
            <a:off x="5067934" y="3611194"/>
            <a:ext cx="3497580" cy="569594"/>
          </a:xfrm>
          <a:prstGeom prst="rect">
            <a:avLst/>
          </a:prstGeom>
          <a:noFill/>
          <a:ln>
            <a:noFill/>
          </a:ln>
        </p:spPr>
        <p:txBody>
          <a:bodyPr wrap="square" lIns="0" tIns="121899" rIns="0" bIns="121899" anchor="ctr">
            <a:noAutofit/>
          </a:bodyPr>
          <a:lstStyle>
            <a:lvl1pPr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285750" indent="-285750" algn="l">
              <a:buFont typeface="Wingdings" panose="05000000000000000000"/>
              <a:buChar char=""/>
            </a:pPr>
            <a:r>
              <a:rPr sz="2400" b="1" spc="100">
                <a:solidFill>
                  <a:srgbClr val="48A7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生态丰富</a:t>
            </a:r>
            <a:endParaRPr sz="2400" b="1" kern="0" spc="100">
              <a:solidFill>
                <a:srgbClr val="48A7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https://photo-static-api.fotomore.com/creative/vcg/400/new/VCG211395120177.jpg?uid=386&amp;timestamp=1762603078&amp;sign=51dde4220f356b3bb70542fb964a9012"/>
          <p:cNvSpPr>
            <a:spLocks noGrp="1"/>
          </p:cNvSpPr>
          <p:nvPr/>
        </p:nvSpPr>
        <p:spPr>
          <a:xfrm flipH="1">
            <a:off x="988060" y="2426970"/>
            <a:ext cx="1922780" cy="1922780"/>
          </a:xfrm>
          <a:prstGeom prst="ellipse">
            <a:avLst/>
          </a:prstGeom>
          <a:blipFill rotWithShape="1">
            <a:blip r:embed="rId4"/>
            <a:tile tx="-889000" ty="-254000" sx="15000" sy="15000"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10" name="Picture 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圆角矩形 16"/>
          <p:cNvSpPr>
            <a:spLocks noGrp="1"/>
          </p:cNvSpPr>
          <p:nvPr/>
        </p:nvSpPr>
        <p:spPr>
          <a:xfrm>
            <a:off x="4804410" y="815340"/>
            <a:ext cx="7181215" cy="5801995"/>
          </a:xfrm>
          <a:prstGeom prst="roundRect">
            <a:avLst>
              <a:gd name="adj" fmla="val 3069"/>
            </a:avLst>
          </a:prstGeom>
          <a:gradFill>
            <a:gsLst>
              <a:gs pos="0">
                <a:srgbClr val="63E6E0">
                  <a:alpha val="0"/>
                </a:srgbClr>
              </a:gs>
              <a:gs pos="100000">
                <a:srgbClr val="63E6E0">
                  <a:alpha val="21000"/>
                </a:srgbClr>
              </a:gs>
            </a:gsLst>
            <a:lin ang="16200000" scaled="0"/>
          </a:gradFill>
          <a:ln>
            <a:gradFill>
              <a:gsLst>
                <a:gs pos="100000">
                  <a:srgbClr val="63E6E0">
                    <a:alpha val="0"/>
                  </a:srgbClr>
                </a:gs>
                <a:gs pos="0">
                  <a:srgbClr val="63E6E0">
                    <a:alpha val="44000"/>
                  </a:srgbClr>
                </a:gs>
              </a:gsLst>
              <a:lin ang="540000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132080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资质</a:t>
            </a:r>
            <a:r>
              <a:rPr sz="2600">
                <a:solidFill>
                  <a:srgbClr val="1A3BC6"/>
                </a:solidFill>
              </a:rPr>
              <a:t>认证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pic>
        <p:nvPicPr>
          <p:cNvPr id="11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3770" y="1266190"/>
            <a:ext cx="2282825" cy="1799590"/>
          </a:xfrm>
          <a:prstGeom prst="rect">
            <a:avLst/>
          </a:prstGeom>
        </p:spPr>
      </p:pic>
      <p:pic>
        <p:nvPicPr>
          <p:cNvPr id="119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9305" y="3342005"/>
            <a:ext cx="2195830" cy="2790825"/>
          </a:xfrm>
          <a:prstGeom prst="rect">
            <a:avLst/>
          </a:prstGeom>
          <a:ln w="3175">
            <a:solidFill>
              <a:schemeClr val="bg1">
                <a:lumMod val="95000"/>
              </a:schemeClr>
            </a:solidFill>
          </a:ln>
        </p:spPr>
      </p:pic>
      <p:pic>
        <p:nvPicPr>
          <p:cNvPr id="120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670" y="1266825"/>
            <a:ext cx="2196465" cy="1798955"/>
          </a:xfrm>
          <a:prstGeom prst="rect">
            <a:avLst/>
          </a:prstGeom>
        </p:spPr>
      </p:pic>
      <p:sp>
        <p:nvSpPr>
          <p:cNvPr id="16" name="圆角矩形 15"/>
          <p:cNvSpPr>
            <a:spLocks noGrp="1"/>
          </p:cNvSpPr>
          <p:nvPr/>
        </p:nvSpPr>
        <p:spPr>
          <a:xfrm>
            <a:off x="323850" y="815340"/>
            <a:ext cx="4276090" cy="5081905"/>
          </a:xfrm>
          <a:prstGeom prst="roundRect">
            <a:avLst>
              <a:gd name="adj" fmla="val 4291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620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540000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04" name="文本框 103"/>
          <p:cNvSpPr>
            <a:spLocks noGrp="1"/>
          </p:cNvSpPr>
          <p:nvPr/>
        </p:nvSpPr>
        <p:spPr>
          <a:xfrm>
            <a:off x="520065" y="815340"/>
            <a:ext cx="3884930" cy="50704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SzTx/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2025</a:t>
            </a: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年首批</a:t>
            </a: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国家高新技术企业认定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SzTx/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深圳市科技型及创新型中小企业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SzTx/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ISO 20000信息技术服务管理体系认证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ISO 27001信息安全管理体系认证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ISO9001质量管理体系认证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ITSS信息技术服务标准三级证书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IBM 代理资质证书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RedHat代理资质证书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统信经销商证书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Oracle OPN证书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达梦数据认证经销商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麒麟银牌认证代理商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rgbClr val="3D785D"/>
              </a:buClr>
              <a:buFont typeface="Wingdings" panose="05000000000000000000"/>
              <a:buChar char="u"/>
            </a:pPr>
            <a:r>
              <a:rPr sz="1400" b="1" u="sng">
                <a:solidFill>
                  <a:schemeClr val="accent1">
                    <a:lumMod val="50000"/>
                  </a:schemeClr>
                </a:solidFill>
              </a:rPr>
              <a:t>拥有20多项软件著作权，多项专利申请中</a:t>
            </a:r>
            <a:endParaRPr sz="1400" b="1" u="sng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23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pic>
        <p:nvPicPr>
          <p:cNvPr id="12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045" y="1266190"/>
            <a:ext cx="2279650" cy="1799590"/>
          </a:xfrm>
          <a:prstGeom prst="rect">
            <a:avLst/>
          </a:prstGeom>
        </p:spPr>
      </p:pic>
      <p:pic>
        <p:nvPicPr>
          <p:cNvPr id="125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6185" y="3307715"/>
            <a:ext cx="2175510" cy="2824480"/>
          </a:xfrm>
          <a:prstGeom prst="rect">
            <a:avLst/>
          </a:prstGeom>
        </p:spPr>
      </p:pic>
      <p:pic>
        <p:nvPicPr>
          <p:cNvPr id="126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1560" y="3307715"/>
            <a:ext cx="2069465" cy="28251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>
            <p:ph type="title"/>
          </p:nvPr>
        </p:nvSpPr>
        <p:spPr>
          <a:xfrm>
            <a:off x="1059250" y="2960691"/>
            <a:ext cx="10073500" cy="1229416"/>
          </a:xfrm>
        </p:spPr>
        <p:txBody>
          <a:bodyPr/>
          <a:lstStyle/>
          <a:p>
            <a:r>
              <a:rPr>
                <a:latin typeface="Microsoft YaHei Bold"/>
                <a:ea typeface="Microsoft YaHei Bold"/>
                <a:cs typeface="Microsoft YaHei Bold"/>
              </a:rPr>
              <a:t>服务介绍</a:t>
            </a:r>
            <a:endParaRPr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idx="13"/>
          </p:nvPr>
        </p:nvSpPr>
        <p:spPr>
          <a:xfrm>
            <a:off x="3886200" y="1696200"/>
            <a:ext cx="4419600" cy="1224000"/>
          </a:xfrm>
        </p:spPr>
        <p:txBody>
          <a:bodyPr>
            <a:normAutofit lnSpcReduction="10000"/>
          </a:bodyPr>
          <a:lstStyle/>
          <a:p>
            <a:r>
              <a:rPr>
                <a:latin typeface="Microsoft YaHei Bold"/>
                <a:ea typeface="Microsoft YaHei Bold"/>
                <a:cs typeface="Microsoft YaHei Bold"/>
              </a:rPr>
              <a:t>0</a:t>
            </a:r>
            <a:r>
              <a:rPr>
                <a:latin typeface="Microsoft YaHei Bold"/>
                <a:ea typeface="Microsoft YaHei Bold"/>
                <a:cs typeface="Microsoft YaHei Bold"/>
              </a:rPr>
              <a:t>2</a:t>
            </a:r>
            <a:endParaRPr>
              <a:latin typeface="Microsoft YaHei Bold"/>
              <a:ea typeface="Microsoft YaHei Bold"/>
              <a:cs typeface="Microsoft YaHei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132080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服务</a:t>
            </a:r>
            <a:r>
              <a:rPr sz="2600">
                <a:solidFill>
                  <a:srgbClr val="1A3BC6"/>
                </a:solidFill>
              </a:rPr>
              <a:t>全景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2259137" y="4698275"/>
            <a:ext cx="7547188" cy="1233262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400000" scaled="0"/>
          </a:gradFill>
          <a:ln w="412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52" name="标题"/>
          <p:cNvSpPr>
            <a:spLocks noGrp="1"/>
          </p:cNvSpPr>
          <p:nvPr/>
        </p:nvSpPr>
        <p:spPr>
          <a:xfrm>
            <a:off x="2917369" y="4745914"/>
            <a:ext cx="6231395" cy="84946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2400" b="1" spc="300">
                <a:ln w="0">
                  <a:noFill/>
                </a:ln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世纪祥云服务</a:t>
            </a:r>
            <a:r>
              <a:rPr sz="2400" b="1" spc="300">
                <a:ln w="0">
                  <a:noFill/>
                </a:ln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全景图</a:t>
            </a:r>
            <a:endParaRPr sz="2400" b="1" spc="300">
              <a:ln w="0">
                <a:noFill/>
              </a:ln>
              <a:solidFill>
                <a:schemeClr val="accen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1491535" y="4699617"/>
            <a:ext cx="9082391" cy="1435898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5" name="任意多边形: 形状 20"/>
          <p:cNvSpPr>
            <a:spLocks noGrp="1"/>
          </p:cNvSpPr>
          <p:nvPr/>
        </p:nvSpPr>
        <p:spPr>
          <a:xfrm>
            <a:off x="1609629" y="5632951"/>
            <a:ext cx="1422479" cy="518668"/>
          </a:xfrm>
          <a:custGeom>
            <a:avLst/>
            <a:gdLst>
              <a:gd name="connsiteX0" fmla="*/ 2116 w 2120"/>
              <a:gd name="connsiteY0" fmla="*/ 557 h 773"/>
              <a:gd name="connsiteX1" fmla="*/ 2120 w 2120"/>
              <a:gd name="connsiteY1" fmla="*/ 773 h 773"/>
              <a:gd name="connsiteX2" fmla="*/ 0 w 2120"/>
              <a:gd name="connsiteY2" fmla="*/ 201 h 773"/>
              <a:gd name="connsiteX3" fmla="*/ 15 w 2120"/>
              <a:gd name="connsiteY3" fmla="*/ 0 h 773"/>
              <a:gd name="connsiteX4" fmla="*/ 2116 w 2120"/>
              <a:gd name="connsiteY4" fmla="*/ 557 h 773"/>
            </a:gdLst>
            <a:ahLst/>
            <a:cxnLst/>
            <a:rect l="l" t="t" r="r" b="b"/>
            <a:pathLst>
              <a:path w="2120" h="773">
                <a:moveTo>
                  <a:pt x="2116" y="557"/>
                </a:moveTo>
                <a:lnTo>
                  <a:pt x="2120" y="773"/>
                </a:lnTo>
                <a:cubicBezTo>
                  <a:pt x="2120" y="773"/>
                  <a:pt x="252" y="516"/>
                  <a:pt x="0" y="201"/>
                </a:cubicBezTo>
                <a:lnTo>
                  <a:pt x="15" y="0"/>
                </a:lnTo>
                <a:cubicBezTo>
                  <a:pt x="15" y="0"/>
                  <a:pt x="159" y="270"/>
                  <a:pt x="2116" y="557"/>
                </a:cubicBezTo>
                <a:close/>
              </a:path>
            </a:pathLst>
          </a:custGeom>
          <a:gradFill>
            <a:gsLst>
              <a:gs pos="12000">
                <a:schemeClr val="accent1">
                  <a:alpha val="0"/>
                </a:schemeClr>
              </a:gs>
              <a:gs pos="100000">
                <a:schemeClr val="accent1">
                  <a:alpha val="49000"/>
                </a:schemeClr>
              </a:gs>
            </a:gsLst>
            <a:lin ang="0" scaled="0"/>
          </a:gradFill>
          <a:ln w="9525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56" name="任意多边形: 形状 21"/>
          <p:cNvSpPr>
            <a:spLocks noGrp="1"/>
          </p:cNvSpPr>
          <p:nvPr/>
        </p:nvSpPr>
        <p:spPr>
          <a:xfrm>
            <a:off x="8387201" y="5595375"/>
            <a:ext cx="2642321" cy="644141"/>
          </a:xfrm>
          <a:custGeom>
            <a:avLst/>
            <a:gdLst>
              <a:gd name="connsiteX0" fmla="*/ 3740 w 3740"/>
              <a:gd name="connsiteY0" fmla="*/ 0 h 960"/>
              <a:gd name="connsiteX1" fmla="*/ 3740 w 3740"/>
              <a:gd name="connsiteY1" fmla="*/ 234 h 960"/>
              <a:gd name="connsiteX2" fmla="*/ 11 w 3740"/>
              <a:gd name="connsiteY2" fmla="*/ 960 h 960"/>
              <a:gd name="connsiteX3" fmla="*/ 0 w 3740"/>
              <a:gd name="connsiteY3" fmla="*/ 758 h 960"/>
              <a:gd name="connsiteX4" fmla="*/ 3740 w 3740"/>
              <a:gd name="connsiteY4" fmla="*/ 0 h 960"/>
            </a:gdLst>
            <a:ahLst/>
            <a:cxnLst/>
            <a:rect l="l" t="t" r="r" b="b"/>
            <a:pathLst>
              <a:path w="3740" h="960">
                <a:moveTo>
                  <a:pt x="3740" y="0"/>
                </a:moveTo>
                <a:lnTo>
                  <a:pt x="3740" y="234"/>
                </a:lnTo>
                <a:cubicBezTo>
                  <a:pt x="3740" y="234"/>
                  <a:pt x="2879" y="744"/>
                  <a:pt x="11" y="960"/>
                </a:cubicBezTo>
                <a:lnTo>
                  <a:pt x="0" y="758"/>
                </a:lnTo>
                <a:cubicBezTo>
                  <a:pt x="0" y="758"/>
                  <a:pt x="2513" y="657"/>
                  <a:pt x="3740" y="0"/>
                </a:cubicBezTo>
                <a:close/>
              </a:path>
            </a:pathLst>
          </a:custGeom>
          <a:gradFill>
            <a:gsLst>
              <a:gs pos="12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alpha val="49000"/>
                </a:schemeClr>
              </a:gs>
            </a:gsLst>
            <a:lin ang="0" scaled="0"/>
          </a:gradFill>
          <a:ln w="9525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   </a:t>
            </a:r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>
            <a:off x="801096" y="4698275"/>
            <a:ext cx="10463268" cy="1635850"/>
          </a:xfrm>
          <a:prstGeom prst="ellipse">
            <a:avLst/>
          </a:prstGeom>
          <a:noFill/>
          <a:ln>
            <a:gradFill>
              <a:gsLst>
                <a:gs pos="66000">
                  <a:srgbClr val="376FFF">
                    <a:alpha val="0"/>
                  </a:srgbClr>
                </a:gs>
                <a:gs pos="14000">
                  <a:schemeClr val="accent1">
                    <a:alpha val="0"/>
                  </a:schemeClr>
                </a:gs>
                <a:gs pos="0">
                  <a:srgbClr val="376FFF">
                    <a:alpha val="16000"/>
                  </a:srgbClr>
                </a:gs>
                <a:gs pos="100000">
                  <a:schemeClr val="accent1">
                    <a:alpha val="2000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任意多边形 57"/>
          <p:cNvSpPr>
            <a:spLocks noGrp="1"/>
          </p:cNvSpPr>
          <p:nvPr/>
        </p:nvSpPr>
        <p:spPr>
          <a:xfrm>
            <a:off x="640062" y="922020"/>
            <a:ext cx="10889341" cy="401917"/>
          </a:xfrm>
          <a:custGeom>
            <a:avLst/>
            <a:gdLst>
              <a:gd name="connsiteX0" fmla="*/ 16009 w 16009"/>
              <a:gd name="connsiteY0" fmla="*/ 4 h 567"/>
              <a:gd name="connsiteX1" fmla="*/ 8012 w 16009"/>
              <a:gd name="connsiteY1" fmla="*/ 567 h 567"/>
              <a:gd name="connsiteX2" fmla="*/ 16 w 16009"/>
              <a:gd name="connsiteY2" fmla="*/ 4 h 567"/>
              <a:gd name="connsiteX3" fmla="*/ 0 w 16009"/>
              <a:gd name="connsiteY3" fmla="*/ 0 h 567"/>
            </a:gdLst>
            <a:ahLst/>
            <a:cxnLst/>
            <a:rect l="l" t="t" r="r" b="b"/>
            <a:pathLst>
              <a:path w="16009" h="567">
                <a:moveTo>
                  <a:pt x="16009" y="4"/>
                </a:moveTo>
                <a:cubicBezTo>
                  <a:pt x="14662" y="336"/>
                  <a:pt x="11588" y="567"/>
                  <a:pt x="8012" y="567"/>
                </a:cubicBezTo>
                <a:cubicBezTo>
                  <a:pt x="4436" y="567"/>
                  <a:pt x="1363" y="336"/>
                  <a:pt x="16" y="4"/>
                </a:cubicBezTo>
                <a:lnTo>
                  <a:pt x="0" y="0"/>
                </a:lnTo>
              </a:path>
            </a:pathLst>
          </a:custGeom>
          <a:noFill/>
          <a:ln w="1270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anchor="t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lnSpc>
                <a:spcPct val="150000"/>
              </a:lnSpc>
              <a:buClrTx/>
              <a:buSzTx/>
              <a:buFontTx/>
              <a:buNone/>
            </a:pPr>
            <a:r>
              <a:rPr sz="1000">
                <a:solidFill>
                  <a:schemeClr val="accent1"/>
                </a:solidFill>
              </a:rPr>
              <a:t> 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59" name="任意多边形: 形状 9"/>
          <p:cNvSpPr>
            <a:spLocks noGrp="1"/>
          </p:cNvSpPr>
          <p:nvPr/>
        </p:nvSpPr>
        <p:spPr>
          <a:xfrm>
            <a:off x="397643" y="1193123"/>
            <a:ext cx="11261063" cy="3736020"/>
          </a:xfrm>
          <a:custGeom>
            <a:avLst/>
            <a:gdLst>
              <a:gd name="connsiteX0" fmla="*/ 691353 w 691420"/>
              <a:gd name="connsiteY0" fmla="*/ 108254 h 1128219"/>
              <a:gd name="connsiteX1" fmla="*/ 691353 w 691420"/>
              <a:gd name="connsiteY1" fmla="*/ 1021130 h 1128219"/>
              <a:gd name="connsiteX2" fmla="*/ 672303 w 691420"/>
              <a:gd name="connsiteY2" fmla="*/ 1042275 h 1128219"/>
              <a:gd name="connsiteX3" fmla="*/ 25556 w 691420"/>
              <a:gd name="connsiteY3" fmla="*/ 1127524 h 1128219"/>
              <a:gd name="connsiteX4" fmla="*/ 436 w 691420"/>
              <a:gd name="connsiteY4" fmla="*/ 1111551 h 1128219"/>
              <a:gd name="connsiteX5" fmla="*/ -66 w 691420"/>
              <a:gd name="connsiteY5" fmla="*/ 1106855 h 1128219"/>
              <a:gd name="connsiteX6" fmla="*/ -66 w 691420"/>
              <a:gd name="connsiteY6" fmla="*/ 21005 h 1128219"/>
              <a:gd name="connsiteX7" fmla="*/ 21033 w 691420"/>
              <a:gd name="connsiteY7" fmla="*/ -188 h 1128219"/>
              <a:gd name="connsiteX8" fmla="*/ 25746 w 691420"/>
              <a:gd name="connsiteY8" fmla="*/ 336 h 1128219"/>
              <a:gd name="connsiteX9" fmla="*/ 671827 w 691420"/>
              <a:gd name="connsiteY9" fmla="*/ 87394 h 1128219"/>
              <a:gd name="connsiteX10" fmla="*/ 691353 w 691420"/>
              <a:gd name="connsiteY10" fmla="*/ 108254 h 1128219"/>
            </a:gdLst>
            <a:ahLst/>
            <a:cxnLst/>
            <a:rect l="l" t="t" r="r" b="b"/>
            <a:pathLst>
              <a:path w="17734" h="5883">
                <a:moveTo>
                  <a:pt x="3194" y="565"/>
                </a:moveTo>
                <a:lnTo>
                  <a:pt x="3194" y="5317"/>
                </a:lnTo>
                <a:cubicBezTo>
                  <a:pt x="3194" y="5374"/>
                  <a:pt x="3156" y="5422"/>
                  <a:pt x="3106" y="5428"/>
                </a:cubicBezTo>
                <a:cubicBezTo>
                  <a:pt x="1864" y="5546"/>
                  <a:pt x="837" y="5694"/>
                  <a:pt x="118" y="5871"/>
                </a:cubicBezTo>
                <a:cubicBezTo>
                  <a:pt x="66" y="5884"/>
                  <a:pt x="14" y="5847"/>
                  <a:pt x="2" y="5788"/>
                </a:cubicBezTo>
                <a:cubicBezTo>
                  <a:pt x="1" y="5780"/>
                  <a:pt x="0" y="5772"/>
                  <a:pt x="0" y="5764"/>
                </a:cubicBezTo>
                <a:lnTo>
                  <a:pt x="0" y="110"/>
                </a:lnTo>
                <a:cubicBezTo>
                  <a:pt x="0" y="50"/>
                  <a:pt x="44" y="0"/>
                  <a:pt x="97" y="0"/>
                </a:cubicBezTo>
                <a:cubicBezTo>
                  <a:pt x="105" y="0"/>
                  <a:pt x="112" y="1"/>
                  <a:pt x="119" y="3"/>
                </a:cubicBezTo>
                <a:cubicBezTo>
                  <a:pt x="817" y="183"/>
                  <a:pt x="1846" y="338"/>
                  <a:pt x="3104" y="456"/>
                </a:cubicBezTo>
                <a:cubicBezTo>
                  <a:pt x="3155" y="461"/>
                  <a:pt x="3194" y="508"/>
                  <a:pt x="3194" y="565"/>
                </a:cubicBezTo>
                <a:close/>
                <a:moveTo>
                  <a:pt x="6828" y="777"/>
                </a:moveTo>
                <a:lnTo>
                  <a:pt x="6828" y="5105"/>
                </a:lnTo>
                <a:cubicBezTo>
                  <a:pt x="6828" y="5164"/>
                  <a:pt x="6786" y="5213"/>
                  <a:pt x="6733" y="5215"/>
                </a:cubicBezTo>
                <a:cubicBezTo>
                  <a:pt x="5659" y="5245"/>
                  <a:pt x="4650" y="5298"/>
                  <a:pt x="3738" y="5371"/>
                </a:cubicBezTo>
                <a:cubicBezTo>
                  <a:pt x="3685" y="5375"/>
                  <a:pt x="3638" y="5330"/>
                  <a:pt x="3634" y="5269"/>
                </a:cubicBezTo>
                <a:cubicBezTo>
                  <a:pt x="3634" y="5266"/>
                  <a:pt x="3634" y="5264"/>
                  <a:pt x="3634" y="5261"/>
                </a:cubicBezTo>
                <a:lnTo>
                  <a:pt x="3634" y="620"/>
                </a:lnTo>
                <a:cubicBezTo>
                  <a:pt x="3634" y="559"/>
                  <a:pt x="3677" y="509"/>
                  <a:pt x="3731" y="509"/>
                </a:cubicBezTo>
                <a:cubicBezTo>
                  <a:pt x="3734" y="509"/>
                  <a:pt x="3736" y="509"/>
                  <a:pt x="3738" y="510"/>
                </a:cubicBezTo>
                <a:cubicBezTo>
                  <a:pt x="4647" y="582"/>
                  <a:pt x="5656" y="635"/>
                  <a:pt x="6733" y="667"/>
                </a:cubicBezTo>
                <a:cubicBezTo>
                  <a:pt x="6786" y="668"/>
                  <a:pt x="6828" y="717"/>
                  <a:pt x="6828" y="777"/>
                </a:cubicBezTo>
                <a:close/>
                <a:moveTo>
                  <a:pt x="10465" y="797"/>
                </a:moveTo>
                <a:lnTo>
                  <a:pt x="10465" y="5096"/>
                </a:lnTo>
                <a:cubicBezTo>
                  <a:pt x="10465" y="5157"/>
                  <a:pt x="10421" y="5206"/>
                  <a:pt x="10367" y="5206"/>
                </a:cubicBezTo>
                <a:cubicBezTo>
                  <a:pt x="10367" y="5206"/>
                  <a:pt x="10366" y="5206"/>
                  <a:pt x="10366" y="5206"/>
                </a:cubicBezTo>
                <a:cubicBezTo>
                  <a:pt x="9872" y="5196"/>
                  <a:pt x="9366" y="5191"/>
                  <a:pt x="8850" y="5191"/>
                </a:cubicBezTo>
                <a:cubicBezTo>
                  <a:pt x="8347" y="5191"/>
                  <a:pt x="7853" y="5196"/>
                  <a:pt x="7370" y="5205"/>
                </a:cubicBezTo>
                <a:cubicBezTo>
                  <a:pt x="7316" y="5206"/>
                  <a:pt x="7272" y="5157"/>
                  <a:pt x="7271" y="5097"/>
                </a:cubicBezTo>
                <a:cubicBezTo>
                  <a:pt x="7271" y="5096"/>
                  <a:pt x="7271" y="5096"/>
                  <a:pt x="7271" y="5095"/>
                </a:cubicBezTo>
                <a:lnTo>
                  <a:pt x="7271" y="795"/>
                </a:lnTo>
                <a:cubicBezTo>
                  <a:pt x="7271" y="734"/>
                  <a:pt x="7315" y="685"/>
                  <a:pt x="7369" y="685"/>
                </a:cubicBezTo>
                <a:cubicBezTo>
                  <a:pt x="7369" y="685"/>
                  <a:pt x="7369" y="685"/>
                  <a:pt x="7370" y="685"/>
                </a:cubicBezTo>
                <a:cubicBezTo>
                  <a:pt x="7875" y="695"/>
                  <a:pt x="8393" y="700"/>
                  <a:pt x="8920" y="700"/>
                </a:cubicBezTo>
                <a:cubicBezTo>
                  <a:pt x="9411" y="700"/>
                  <a:pt x="9893" y="696"/>
                  <a:pt x="10366" y="687"/>
                </a:cubicBezTo>
                <a:cubicBezTo>
                  <a:pt x="10420" y="686"/>
                  <a:pt x="10464" y="735"/>
                  <a:pt x="10465" y="795"/>
                </a:cubicBezTo>
                <a:cubicBezTo>
                  <a:pt x="10465" y="796"/>
                  <a:pt x="10465" y="796"/>
                  <a:pt x="10465" y="797"/>
                </a:cubicBezTo>
                <a:close/>
                <a:moveTo>
                  <a:pt x="14100" y="629"/>
                </a:moveTo>
                <a:lnTo>
                  <a:pt x="14100" y="5267"/>
                </a:lnTo>
                <a:cubicBezTo>
                  <a:pt x="14100" y="5328"/>
                  <a:pt x="14057" y="5377"/>
                  <a:pt x="14004" y="5377"/>
                </a:cubicBezTo>
                <a:cubicBezTo>
                  <a:pt x="14001" y="5377"/>
                  <a:pt x="13998" y="5377"/>
                  <a:pt x="13996" y="5377"/>
                </a:cubicBezTo>
                <a:cubicBezTo>
                  <a:pt x="13084" y="5305"/>
                  <a:pt x="12076" y="5251"/>
                  <a:pt x="11001" y="5219"/>
                </a:cubicBezTo>
                <a:cubicBezTo>
                  <a:pt x="10948" y="5218"/>
                  <a:pt x="10906" y="5169"/>
                  <a:pt x="10906" y="5109"/>
                </a:cubicBezTo>
                <a:lnTo>
                  <a:pt x="10906" y="781"/>
                </a:lnTo>
                <a:cubicBezTo>
                  <a:pt x="10906" y="722"/>
                  <a:pt x="10948" y="673"/>
                  <a:pt x="11001" y="671"/>
                </a:cubicBezTo>
                <a:cubicBezTo>
                  <a:pt x="12075" y="642"/>
                  <a:pt x="13084" y="590"/>
                  <a:pt x="13996" y="519"/>
                </a:cubicBezTo>
                <a:cubicBezTo>
                  <a:pt x="14050" y="515"/>
                  <a:pt x="14096" y="561"/>
                  <a:pt x="14100" y="621"/>
                </a:cubicBezTo>
                <a:cubicBezTo>
                  <a:pt x="14100" y="624"/>
                  <a:pt x="14100" y="627"/>
                  <a:pt x="14100" y="629"/>
                </a:cubicBezTo>
                <a:close/>
                <a:moveTo>
                  <a:pt x="17734" y="137"/>
                </a:moveTo>
                <a:lnTo>
                  <a:pt x="17734" y="5773"/>
                </a:lnTo>
                <a:cubicBezTo>
                  <a:pt x="17734" y="5834"/>
                  <a:pt x="17690" y="5883"/>
                  <a:pt x="17636" y="5883"/>
                </a:cubicBezTo>
                <a:cubicBezTo>
                  <a:pt x="17629" y="5883"/>
                  <a:pt x="17622" y="5883"/>
                  <a:pt x="17615" y="5881"/>
                </a:cubicBezTo>
                <a:cubicBezTo>
                  <a:pt x="16901" y="5702"/>
                  <a:pt x="15874" y="5549"/>
                  <a:pt x="14630" y="5432"/>
                </a:cubicBezTo>
                <a:cubicBezTo>
                  <a:pt x="14579" y="5427"/>
                  <a:pt x="14540" y="5379"/>
                  <a:pt x="14540" y="5322"/>
                </a:cubicBezTo>
                <a:lnTo>
                  <a:pt x="14540" y="575"/>
                </a:lnTo>
                <a:cubicBezTo>
                  <a:pt x="14540" y="517"/>
                  <a:pt x="14579" y="470"/>
                  <a:pt x="14630" y="465"/>
                </a:cubicBezTo>
                <a:cubicBezTo>
                  <a:pt x="15875" y="352"/>
                  <a:pt x="16902" y="203"/>
                  <a:pt x="17616" y="29"/>
                </a:cubicBezTo>
                <a:cubicBezTo>
                  <a:pt x="17669" y="16"/>
                  <a:pt x="17720" y="54"/>
                  <a:pt x="17732" y="113"/>
                </a:cubicBezTo>
                <a:cubicBezTo>
                  <a:pt x="17733" y="121"/>
                  <a:pt x="17734" y="129"/>
                  <a:pt x="17734" y="137"/>
                </a:cubicBezTo>
                <a:close/>
              </a:path>
            </a:pathLst>
          </a:custGeom>
          <a:gradFill>
            <a:gsLst>
              <a:gs pos="100000">
                <a:srgbClr val="60E6E1">
                  <a:alpha val="20000"/>
                </a:srgbClr>
              </a:gs>
              <a:gs pos="0">
                <a:srgbClr val="193BC5"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4" name="标题"/>
          <p:cNvSpPr>
            <a:spLocks noGrp="1"/>
          </p:cNvSpPr>
          <p:nvPr/>
        </p:nvSpPr>
        <p:spPr>
          <a:xfrm>
            <a:off x="606513" y="1814402"/>
            <a:ext cx="1610353" cy="3851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r>
              <a:rPr sz="1600" b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系统运维</a:t>
            </a:r>
            <a:r>
              <a:rPr sz="1600" b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服务</a:t>
            </a:r>
            <a:endParaRPr sz="1600" b="1" spc="300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5" name="正文"/>
          <p:cNvSpPr>
            <a:spLocks noGrp="1"/>
          </p:cNvSpPr>
          <p:nvPr/>
        </p:nvSpPr>
        <p:spPr>
          <a:xfrm>
            <a:off x="606513" y="2225712"/>
            <a:ext cx="1611695" cy="2215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sz="1200"/>
              <a:t>包括但不限于对：国外品牌以及麒麟等国产品牌</a:t>
            </a:r>
            <a:r>
              <a:rPr sz="1200"/>
              <a:t>Linux</a:t>
            </a:r>
            <a:r>
              <a:rPr sz="1200"/>
              <a:t>操作系统、</a:t>
            </a:r>
            <a:r>
              <a:rPr sz="1200"/>
              <a:t>Windows</a:t>
            </a:r>
            <a:r>
              <a:rPr sz="1200"/>
              <a:t>操作系统、</a:t>
            </a:r>
            <a:r>
              <a:rPr sz="1200"/>
              <a:t>Oracle</a:t>
            </a:r>
            <a:r>
              <a:rPr sz="1200"/>
              <a:t>、</a:t>
            </a:r>
            <a:r>
              <a:rPr sz="1200"/>
              <a:t>VMware</a:t>
            </a:r>
            <a:r>
              <a:rPr sz="1200"/>
              <a:t>等产品提供第三方维保技术支持、</a:t>
            </a:r>
            <a:r>
              <a:rPr sz="1200"/>
              <a:t>驻场及高级运维服务</a:t>
            </a:r>
            <a:endParaRPr sz="12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6" name="标题"/>
          <p:cNvSpPr>
            <a:spLocks noGrp="1"/>
          </p:cNvSpPr>
          <p:nvPr/>
        </p:nvSpPr>
        <p:spPr>
          <a:xfrm>
            <a:off x="2914014" y="1816414"/>
            <a:ext cx="1610353" cy="3851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r>
              <a:rPr sz="1600" b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开源建设治理</a:t>
            </a:r>
            <a:endParaRPr sz="1600" b="1" spc="300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7" name="正文"/>
          <p:cNvSpPr>
            <a:spLocks noGrp="1"/>
          </p:cNvSpPr>
          <p:nvPr/>
        </p:nvSpPr>
        <p:spPr>
          <a:xfrm>
            <a:off x="2914014" y="2227726"/>
            <a:ext cx="1611695" cy="207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  <a:buNone/>
            </a:pP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包括但不限于：Redis、ElasticSearch、Kafka、Nginx、Zookeeper、Haproxy、keepalived、Tomcat、Mongodb等开源软件及组件的技术支持服务、驻场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服务。</a:t>
            </a:r>
            <a:endParaRPr sz="12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8" name="标题"/>
          <p:cNvSpPr>
            <a:spLocks noGrp="1"/>
          </p:cNvSpPr>
          <p:nvPr/>
        </p:nvSpPr>
        <p:spPr>
          <a:xfrm>
            <a:off x="5223529" y="1819769"/>
            <a:ext cx="1610353" cy="3851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r>
              <a:rPr sz="1600" b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AI</a:t>
            </a:r>
            <a:r>
              <a:rPr sz="1600" b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解决</a:t>
            </a:r>
            <a:r>
              <a:rPr sz="1600" b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方案</a:t>
            </a:r>
            <a:endParaRPr sz="1600" b="1" spc="300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9" name="正文"/>
          <p:cNvSpPr>
            <a:spLocks noGrp="1"/>
          </p:cNvSpPr>
          <p:nvPr/>
        </p:nvSpPr>
        <p:spPr>
          <a:xfrm>
            <a:off x="5223529" y="2231080"/>
            <a:ext cx="1611695" cy="207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  <a:buNone/>
            </a:pP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AI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全栈赋能｜咨询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・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培训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・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RAG 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知识库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・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智能体定制陪跑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打通企业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AI 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业务落地全场景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，助力企业构建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“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私域数据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+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大模型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+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算力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”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三位一体的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AI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能力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体系</a:t>
            </a:r>
            <a:endParaRPr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0" name="标题"/>
          <p:cNvSpPr>
            <a:spLocks noGrp="1"/>
          </p:cNvSpPr>
          <p:nvPr/>
        </p:nvSpPr>
        <p:spPr>
          <a:xfrm>
            <a:off x="7531701" y="1821782"/>
            <a:ext cx="1610353" cy="3851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r>
              <a:rPr sz="1600" b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信创解决方案</a:t>
            </a:r>
            <a:endParaRPr sz="1600" b="1" spc="300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1" name="正文"/>
          <p:cNvSpPr>
            <a:spLocks noGrp="1"/>
          </p:cNvSpPr>
          <p:nvPr/>
        </p:nvSpPr>
        <p:spPr>
          <a:xfrm>
            <a:off x="7531030" y="2233093"/>
            <a:ext cx="1611695" cy="207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  <a:buNone/>
            </a:pP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信创咨询及解决方案、信创建设定制化及系统集成，助力企业结合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信创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+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容器化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转型，快速支持敏态业务多重指标策略伸缩，支持信创业务的平滑升级</a:t>
            </a:r>
            <a:endParaRPr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2" name="标题"/>
          <p:cNvSpPr>
            <a:spLocks noGrp="1"/>
          </p:cNvSpPr>
          <p:nvPr/>
        </p:nvSpPr>
        <p:spPr>
          <a:xfrm>
            <a:off x="9839203" y="1825808"/>
            <a:ext cx="1610353" cy="3851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r>
              <a:rPr sz="1600" b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智能运维方案</a:t>
            </a:r>
            <a:endParaRPr sz="1600" b="1" spc="300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3" name="正文"/>
          <p:cNvSpPr>
            <a:spLocks noGrp="1"/>
          </p:cNvSpPr>
          <p:nvPr/>
        </p:nvSpPr>
        <p:spPr>
          <a:xfrm>
            <a:off x="9838532" y="2237118"/>
            <a:ext cx="1611695" cy="207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  <a:buNone/>
            </a:pP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安全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/应急/灾备/监控一体化/智能运维平台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综合解决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方案</a:t>
            </a:r>
            <a:endParaRPr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4" name="任意多边形: 形状 23"/>
          <p:cNvSpPr>
            <a:spLocks noGrp="1"/>
          </p:cNvSpPr>
          <p:nvPr/>
        </p:nvSpPr>
        <p:spPr>
          <a:xfrm>
            <a:off x="10847015" y="4483561"/>
            <a:ext cx="898443" cy="299257"/>
          </a:xfrm>
          <a:custGeom>
            <a:avLst/>
            <a:gdLst>
              <a:gd name="connsiteX0" fmla="*/ 277747 w 277844"/>
              <a:gd name="connsiteY0" fmla="*/ 39725 h 92868"/>
              <a:gd name="connsiteX1" fmla="*/ 277747 w 277844"/>
              <a:gd name="connsiteY1" fmla="*/ 92684 h 92868"/>
              <a:gd name="connsiteX2" fmla="*/ -97 w 277844"/>
              <a:gd name="connsiteY2" fmla="*/ 53727 h 92868"/>
              <a:gd name="connsiteX3" fmla="*/ -97 w 277844"/>
              <a:gd name="connsiteY3" fmla="*/ -184 h 92868"/>
            </a:gdLst>
            <a:ahLst/>
            <a:cxnLst/>
            <a:rect l="l" t="t" r="r" b="b"/>
            <a:pathLst>
              <a:path w="277844" h="92868">
                <a:moveTo>
                  <a:pt x="277747" y="39725"/>
                </a:moveTo>
                <a:lnTo>
                  <a:pt x="277747" y="92684"/>
                </a:lnTo>
                <a:cubicBezTo>
                  <a:pt x="277747" y="92684"/>
                  <a:pt x="50099" y="59252"/>
                  <a:pt x="-97" y="53727"/>
                </a:cubicBezTo>
                <a:lnTo>
                  <a:pt x="-97" y="-184"/>
                </a:lnTo>
                <a:close/>
              </a:path>
            </a:pathLst>
          </a:custGeom>
          <a:gradFill>
            <a:gsLst>
              <a:gs pos="12000">
                <a:schemeClr val="accent1">
                  <a:alpha val="0"/>
                </a:schemeClr>
              </a:gs>
              <a:gs pos="100000">
                <a:schemeClr val="accent1">
                  <a:alpha val="44000"/>
                </a:schemeClr>
              </a:gs>
            </a:gsLst>
            <a:lin ang="0" scaled="0"/>
          </a:gradFill>
          <a:ln w="9525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75" name="任意多边形: 形状 23"/>
          <p:cNvSpPr>
            <a:spLocks noGrp="1"/>
          </p:cNvSpPr>
          <p:nvPr/>
        </p:nvSpPr>
        <p:spPr>
          <a:xfrm flipH="1">
            <a:off x="320675" y="4499665"/>
            <a:ext cx="898443" cy="299257"/>
          </a:xfrm>
          <a:custGeom>
            <a:avLst/>
            <a:gdLst>
              <a:gd name="connsiteX0" fmla="*/ 277747 w 277844"/>
              <a:gd name="connsiteY0" fmla="*/ 39725 h 92868"/>
              <a:gd name="connsiteX1" fmla="*/ 277747 w 277844"/>
              <a:gd name="connsiteY1" fmla="*/ 92684 h 92868"/>
              <a:gd name="connsiteX2" fmla="*/ -97 w 277844"/>
              <a:gd name="connsiteY2" fmla="*/ 53727 h 92868"/>
              <a:gd name="connsiteX3" fmla="*/ -97 w 277844"/>
              <a:gd name="connsiteY3" fmla="*/ -184 h 92868"/>
            </a:gdLst>
            <a:ahLst/>
            <a:cxnLst/>
            <a:rect l="l" t="t" r="r" b="b"/>
            <a:pathLst>
              <a:path w="277844" h="92868">
                <a:moveTo>
                  <a:pt x="277747" y="39725"/>
                </a:moveTo>
                <a:lnTo>
                  <a:pt x="277747" y="92684"/>
                </a:lnTo>
                <a:cubicBezTo>
                  <a:pt x="277747" y="92684"/>
                  <a:pt x="50099" y="59252"/>
                  <a:pt x="-97" y="53727"/>
                </a:cubicBezTo>
                <a:lnTo>
                  <a:pt x="-97" y="-184"/>
                </a:lnTo>
                <a:close/>
              </a:path>
            </a:pathLst>
          </a:custGeom>
          <a:gradFill>
            <a:gsLst>
              <a:gs pos="12000">
                <a:schemeClr val="accent1">
                  <a:alpha val="0"/>
                </a:schemeClr>
              </a:gs>
              <a:gs pos="100000">
                <a:schemeClr val="accent1">
                  <a:alpha val="44000"/>
                </a:schemeClr>
              </a:gs>
            </a:gsLst>
            <a:lin ang="0" scaled="0"/>
          </a:gradFill>
          <a:ln w="9525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pic>
        <p:nvPicPr>
          <p:cNvPr id="10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圆角矩形 4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23850" y="897890"/>
            <a:ext cx="7502525" cy="5541645"/>
          </a:xfrm>
          <a:prstGeom prst="roundRect">
            <a:avLst>
              <a:gd name="adj" fmla="val 3483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074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0" scaled="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486156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核心产品</a:t>
            </a:r>
            <a:r>
              <a:rPr sz="2600">
                <a:solidFill>
                  <a:srgbClr val="1A3BC6"/>
                </a:solidFill>
              </a:rPr>
              <a:t>-</a:t>
            </a:r>
            <a:r>
              <a:rPr sz="2600">
                <a:solidFill>
                  <a:srgbClr val="1A3BC6"/>
                </a:solidFill>
              </a:rPr>
              <a:t>智能运维平台</a:t>
            </a:r>
            <a:r>
              <a:rPr sz="2600">
                <a:solidFill>
                  <a:srgbClr val="1A3BC6"/>
                </a:solidFill>
              </a:rPr>
              <a:t>K</a:t>
            </a:r>
            <a:r>
              <a:rPr sz="2600">
                <a:solidFill>
                  <a:srgbClr val="1A3BC6"/>
                </a:solidFill>
              </a:rPr>
              <a:t>oreOPS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12" name="弧形 111"/>
          <p:cNvSpPr>
            <a:spLocks noGrp="1"/>
          </p:cNvSpPr>
          <p:nvPr/>
        </p:nvSpPr>
        <p:spPr>
          <a:xfrm rot="3600000">
            <a:off x="11804328" y="10252302"/>
            <a:ext cx="1686077" cy="1686077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9" name="文本框 2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566545" y="1585595"/>
            <a:ext cx="5873750" cy="969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不仅包含传统的自动化管理作业及编排，更是将专为运维人员设计的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AI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智能助手深嵌其中融为一体，专属系统运维核心知识库，帮助用户打造超强运维专家个体。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6" name="矩形: 对角圆角 1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07390" y="1233805"/>
            <a:ext cx="493395" cy="493395"/>
          </a:xfrm>
          <a:prstGeom prst="round2DiagRect">
            <a:avLst>
              <a:gd name="adj1" fmla="val 0"/>
              <a:gd name="adj2" fmla="val 29787"/>
            </a:avLst>
          </a:pr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pic>
        <p:nvPicPr>
          <p:cNvPr id="129" name="图片 3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425" y="1386840"/>
            <a:ext cx="231775" cy="231775"/>
          </a:xfrm>
          <a:prstGeom prst="rect">
            <a:avLst/>
          </a:prstGeom>
        </p:spPr>
      </p:pic>
      <p:sp>
        <p:nvSpPr>
          <p:cNvPr id="38" name="文本框 3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566545" y="3540125"/>
            <a:ext cx="5873750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  <a:buNone/>
            </a:pPr>
            <a:r>
              <a:rPr sz="1400" spc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针对金融系统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运维</a:t>
            </a:r>
            <a:r>
              <a:rPr sz="1400" spc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安全痛点，集漏洞补丁扫描、评估、安装、回退、审计全生命周期管理，实现漏洞无效化</a:t>
            </a:r>
            <a:r>
              <a:rPr sz="1400" spc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治理。</a:t>
            </a:r>
            <a:endParaRPr sz="1400" kern="0" spc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9" name="矩形: 对角圆角 2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07390" y="3284220"/>
            <a:ext cx="493395" cy="493395"/>
          </a:xfrm>
          <a:prstGeom prst="round2DiagRect">
            <a:avLst>
              <a:gd name="adj1" fmla="val 0"/>
              <a:gd name="adj2" fmla="val 29787"/>
            </a:avLst>
          </a:pr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pic>
        <p:nvPicPr>
          <p:cNvPr id="132" name="图片 1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0425" y="3437890"/>
            <a:ext cx="231775" cy="231775"/>
          </a:xfrm>
          <a:prstGeom prst="rect">
            <a:avLst/>
          </a:prstGeom>
        </p:spPr>
      </p:pic>
      <p:sp>
        <p:nvSpPr>
          <p:cNvPr id="41" name="文本框 40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566545" y="5405755"/>
            <a:ext cx="5873750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资产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可视化，整合配置及资产管理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CMDB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能力，平台一体化聚合管理，帮助用户规避零散式管理模式。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42" name="矩形: 对角圆角 19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07390" y="5124450"/>
            <a:ext cx="493395" cy="493395"/>
          </a:xfrm>
          <a:prstGeom prst="round2DiagRect">
            <a:avLst>
              <a:gd name="adj1" fmla="val 0"/>
              <a:gd name="adj2" fmla="val 29787"/>
            </a:avLst>
          </a:pr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pic>
        <p:nvPicPr>
          <p:cNvPr id="135" name="图片 4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0425" y="5277485"/>
            <a:ext cx="231775" cy="231775"/>
          </a:xfrm>
          <a:prstGeom prst="rect">
            <a:avLst/>
          </a:prstGeom>
        </p:spPr>
      </p:pic>
      <p:sp>
        <p:nvSpPr>
          <p:cNvPr id="45" name="矩形 44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566274" y="1251244"/>
            <a:ext cx="223520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  <a:buNone/>
            </a:pPr>
            <a:r>
              <a:rPr sz="1600"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业务规划和产品部署支持</a:t>
            </a:r>
            <a:endParaRPr sz="16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48" name="矩形 47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1566274" y="3254034"/>
            <a:ext cx="142240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  <a:buNone/>
            </a:pPr>
            <a:r>
              <a:rPr sz="1600" b="1">
                <a:solidFill>
                  <a:schemeClr val="accent1"/>
                </a:solidFill>
              </a:rPr>
              <a:t>漏洞无效化</a:t>
            </a:r>
            <a:r>
              <a:rPr sz="1600" b="1">
                <a:solidFill>
                  <a:schemeClr val="accent1"/>
                </a:solidFill>
              </a:rPr>
              <a:t>治理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1566274" y="5127284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  <a:buNone/>
            </a:pPr>
            <a:r>
              <a:rPr sz="1600" b="1">
                <a:solidFill>
                  <a:schemeClr val="accent1"/>
                </a:solidFill>
              </a:rPr>
              <a:t>配置资产管理一体化</a:t>
            </a:r>
            <a:endParaRPr sz="16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2" name="直接连接符 51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550545" y="4605655"/>
            <a:ext cx="7004685" cy="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3" name="直接连接符 5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550545" y="2792730"/>
            <a:ext cx="7037705" cy="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141" name="Picture 2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pic>
        <p:nvPicPr>
          <p:cNvPr id="142" name="图片 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85785" y="897890"/>
            <a:ext cx="3367405" cy="177292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43" name="图片 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85785" y="2795905"/>
            <a:ext cx="3364865" cy="177165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44" name="图片 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86420" y="4678045"/>
            <a:ext cx="3377565" cy="177736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8034655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核心服务</a:t>
            </a:r>
            <a:r>
              <a:rPr sz="2600">
                <a:solidFill>
                  <a:srgbClr val="1A3BC6"/>
                </a:solidFill>
              </a:rPr>
              <a:t>-AI</a:t>
            </a:r>
            <a:r>
              <a:rPr sz="2600">
                <a:solidFill>
                  <a:srgbClr val="1A3BC6"/>
                </a:solidFill>
              </a:rPr>
              <a:t>全栈赋能服务，一站式企业</a:t>
            </a:r>
            <a:r>
              <a:rPr sz="2600">
                <a:solidFill>
                  <a:srgbClr val="1A3BC6"/>
                </a:solidFill>
              </a:rPr>
              <a:t>AI</a:t>
            </a:r>
            <a:r>
              <a:rPr sz="2600">
                <a:solidFill>
                  <a:srgbClr val="1A3BC6"/>
                </a:solidFill>
              </a:rPr>
              <a:t>落地解决方案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12" name="弧形 111"/>
          <p:cNvSpPr>
            <a:spLocks noGrp="1"/>
          </p:cNvSpPr>
          <p:nvPr/>
        </p:nvSpPr>
        <p:spPr>
          <a:xfrm rot="3600000">
            <a:off x="11804328" y="10252302"/>
            <a:ext cx="1686077" cy="1686077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pic>
        <p:nvPicPr>
          <p:cNvPr id="199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2" name="圆角矩形 1"/>
          <p:cNvSpPr/>
          <p:nvPr>
            <p:custDataLst>
              <p:tags r:id="rId2"/>
            </p:custDataLst>
          </p:nvPr>
        </p:nvSpPr>
        <p:spPr>
          <a:xfrm>
            <a:off x="323850" y="923290"/>
            <a:ext cx="4931410" cy="5541645"/>
          </a:xfrm>
          <a:prstGeom prst="roundRect">
            <a:avLst>
              <a:gd name="adj" fmla="val 3483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074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0" scaled="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9540" y="1562735"/>
            <a:ext cx="4064000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企业需求诊断</a:t>
            </a:r>
            <a:r>
              <a:rPr lang="zh-CN" altLang="en-US" sz="14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深入业务场景，挖掘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应用潜力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110979" y="1195364"/>
            <a:ext cx="1440180" cy="24574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落地咨询服务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110979" y="2999399"/>
            <a:ext cx="1440180" cy="24574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1"/>
                </a:solidFill>
                <a:uFillTx/>
                <a:latin typeface="+mn-ea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600" b="1" dirty="0">
                <a:solidFill>
                  <a:schemeClr val="accent1"/>
                </a:solidFill>
                <a:uFillTx/>
                <a:latin typeface="+mn-ea"/>
                <a:cs typeface="微软雅黑" panose="020B0503020204020204" charset="-122"/>
                <a:sym typeface="+mn-ea"/>
              </a:rPr>
              <a:t>技能培训服务</a:t>
            </a:r>
            <a:endParaRPr lang="zh-CN" altLang="en-US" sz="1600" b="1" dirty="0">
              <a:solidFill>
                <a:schemeClr val="accent1"/>
              </a:solidFill>
              <a:uFillTx/>
              <a:latin typeface="+mn-ea"/>
              <a:cs typeface="微软雅黑" panose="020B0503020204020204" charset="-122"/>
              <a:sym typeface="+mn-ea"/>
            </a:endParaRPr>
          </a:p>
        </p:txBody>
      </p: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>
            <a:off x="550545" y="2818130"/>
            <a:ext cx="4625340" cy="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 flipH="1">
            <a:off x="6873240" y="923290"/>
            <a:ext cx="5028565" cy="5541645"/>
            <a:chOff x="9275" y="1414"/>
            <a:chExt cx="7766" cy="8727"/>
          </a:xfrm>
        </p:grpSpPr>
        <p:sp>
          <p:nvSpPr>
            <p:cNvPr id="7" name="圆角矩形 6"/>
            <p:cNvSpPr/>
            <p:nvPr>
              <p:custDataLst>
                <p:tags r:id="rId6"/>
              </p:custDataLst>
            </p:nvPr>
          </p:nvSpPr>
          <p:spPr>
            <a:xfrm>
              <a:off x="9275" y="1414"/>
              <a:ext cx="7766" cy="8727"/>
            </a:xfrm>
            <a:prstGeom prst="roundRect">
              <a:avLst>
                <a:gd name="adj" fmla="val 3483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0740000" scaled="0"/>
            </a:gradFill>
            <a:ln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>
                      <a:alpha val="44000"/>
                    </a:schemeClr>
                  </a:gs>
                </a:gsLst>
                <a:lin ang="0" scaled="0"/>
                <a:tileRect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7"/>
              </p:custDataLst>
            </p:nvPr>
          </p:nvSpPr>
          <p:spPr>
            <a:xfrm>
              <a:off x="10881" y="1842"/>
              <a:ext cx="2889" cy="387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超级智能体平台</a:t>
              </a:r>
              <a:endParaRPr lang="zh-CN" altLang="en-US" sz="16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8"/>
              </p:custDataLst>
            </p:nvPr>
          </p:nvSpPr>
          <p:spPr>
            <a:xfrm>
              <a:off x="10578" y="4731"/>
              <a:ext cx="3407" cy="387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p>
              <a:pPr algn="l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solidFill>
                    <a:schemeClr val="accent1"/>
                  </a:solidFill>
                  <a:uFillTx/>
                  <a:latin typeface="+mn-ea"/>
                  <a:cs typeface="微软雅黑" panose="020B0503020204020204" charset="-122"/>
                  <a:sym typeface="+mn-ea"/>
                </a:rPr>
                <a:t>业务智能体定制化</a:t>
              </a:r>
              <a:r>
                <a:rPr lang="zh-CN" altLang="en-US" sz="1600" b="1" dirty="0">
                  <a:solidFill>
                    <a:schemeClr val="accent1"/>
                  </a:solidFill>
                  <a:uFillTx/>
                  <a:latin typeface="+mn-ea"/>
                  <a:cs typeface="微软雅黑" panose="020B0503020204020204" charset="-122"/>
                  <a:sym typeface="+mn-ea"/>
                </a:rPr>
                <a:t>开发</a:t>
              </a:r>
              <a:endParaRPr lang="zh-CN" altLang="en-US" sz="1600" b="1" dirty="0">
                <a:solidFill>
                  <a:schemeClr val="accent1"/>
                </a:solidFill>
                <a:uFillTx/>
                <a:latin typeface="+mn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9"/>
              </p:custDataLst>
            </p:nvPr>
          </p:nvSpPr>
          <p:spPr>
            <a:xfrm>
              <a:off x="10881" y="7620"/>
              <a:ext cx="2945" cy="387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solidFill>
                    <a:schemeClr val="accent1"/>
                  </a:solidFill>
                  <a:uFillTx/>
                  <a:latin typeface="+mn-ea"/>
                  <a:cs typeface="微软雅黑" panose="020B0503020204020204" charset="-122"/>
                  <a:sym typeface="+mn-ea"/>
                </a:rPr>
                <a:t>项目陪跑运维服务</a:t>
              </a:r>
              <a:endParaRPr lang="zh-CN" altLang="en-US" sz="1600" b="1" dirty="0">
                <a:solidFill>
                  <a:schemeClr val="accent1"/>
                </a:solidFill>
                <a:uFillTx/>
                <a:latin typeface="+mn-ea"/>
                <a:cs typeface="微软雅黑" panose="020B0503020204020204" charset="-122"/>
                <a:sym typeface="+mn-ea"/>
              </a:endParaRPr>
            </a:p>
          </p:txBody>
        </p:sp>
        <p:cxnSp>
          <p:nvCxnSpPr>
            <p:cNvPr id="20" name="直接连接符 19"/>
            <p:cNvCxnSpPr/>
            <p:nvPr>
              <p:custDataLst>
                <p:tags r:id="rId10"/>
              </p:custDataLst>
            </p:nvPr>
          </p:nvCxnSpPr>
          <p:spPr>
            <a:xfrm>
              <a:off x="9632" y="7253"/>
              <a:ext cx="7249" cy="0"/>
            </a:xfrm>
            <a:prstGeom prst="line">
              <a:avLst/>
            </a:prstGeom>
            <a:ln w="9525">
              <a:solidFill>
                <a:srgbClr val="BFBFBF">
                  <a:alpha val="30000"/>
                </a:srgb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>
              <p:custDataLst>
                <p:tags r:id="rId11"/>
              </p:custDataLst>
            </p:nvPr>
          </p:nvCxnSpPr>
          <p:spPr>
            <a:xfrm>
              <a:off x="9632" y="4398"/>
              <a:ext cx="7284" cy="0"/>
            </a:xfrm>
            <a:prstGeom prst="line">
              <a:avLst/>
            </a:prstGeom>
            <a:ln w="9525">
              <a:solidFill>
                <a:srgbClr val="BFBFBF">
                  <a:alpha val="30000"/>
                </a:srgb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24" name="Picture 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9745" y="1059815"/>
            <a:ext cx="502920" cy="5029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</p:pic>
      <p:pic>
        <p:nvPicPr>
          <p:cNvPr id="25" name="Picture 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0765" y="1577975"/>
            <a:ext cx="295275" cy="2952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</p:pic>
      <p:sp>
        <p:nvSpPr>
          <p:cNvPr id="9" name="文本框 8"/>
          <p:cNvSpPr txBox="1"/>
          <p:nvPr/>
        </p:nvSpPr>
        <p:spPr>
          <a:xfrm>
            <a:off x="1399540" y="1950720"/>
            <a:ext cx="4064000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技术可行分析：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方案落地风险与收益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99540" y="2327910"/>
            <a:ext cx="4064000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定制落地路径：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量身定制从试点到推广实施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1" name="Picture 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8315" y="2902585"/>
            <a:ext cx="476250" cy="476250"/>
          </a:xfrm>
          <a:prstGeom prst="rect">
            <a:avLst/>
          </a:prstGeom>
        </p:spPr>
      </p:pic>
      <p:pic>
        <p:nvPicPr>
          <p:cNvPr id="14" name="Picture 1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09015" y="1923415"/>
            <a:ext cx="356235" cy="35623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09015" y="2289810"/>
            <a:ext cx="361315" cy="36131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399540" y="3365500"/>
            <a:ext cx="4064000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管理层认知培训：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提升决策层对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的理解与判断力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399540" y="3801110"/>
            <a:ext cx="4064000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技术层实操培训：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强化技术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人员智能体实战能力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399540" y="4197350"/>
            <a:ext cx="4064000" cy="57340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业务团队应用</a:t>
            </a: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培训：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赋能一线员工，使其能熟练运用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工具提升工作效率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5" name="Connector 14"/>
          <p:cNvCxnSpPr/>
          <p:nvPr>
            <p:custDataLst>
              <p:tags r:id="rId27"/>
            </p:custDataLst>
          </p:nvPr>
        </p:nvCxnSpPr>
        <p:spPr>
          <a:xfrm>
            <a:off x="6129655" y="1086485"/>
            <a:ext cx="122" cy="535946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矩形 29"/>
          <p:cNvSpPr/>
          <p:nvPr>
            <p:custDataLst>
              <p:tags r:id="rId28"/>
            </p:custDataLst>
          </p:nvPr>
        </p:nvSpPr>
        <p:spPr>
          <a:xfrm>
            <a:off x="1110979" y="4997744"/>
            <a:ext cx="1870075" cy="24574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1"/>
                </a:solidFill>
                <a:uFillTx/>
                <a:latin typeface="+mn-ea"/>
                <a:cs typeface="微软雅黑" panose="020B0503020204020204" charset="-122"/>
                <a:sym typeface="+mn-ea"/>
              </a:rPr>
              <a:t>RAG</a:t>
            </a:r>
            <a:r>
              <a:rPr lang="zh-CN" altLang="en-US" sz="1600" b="1" dirty="0">
                <a:solidFill>
                  <a:schemeClr val="accent1"/>
                </a:solidFill>
                <a:uFillTx/>
                <a:latin typeface="+mn-ea"/>
                <a:cs typeface="微软雅黑" panose="020B0503020204020204" charset="-122"/>
                <a:sym typeface="+mn-ea"/>
              </a:rPr>
              <a:t>知识库建设服务</a:t>
            </a:r>
            <a:endParaRPr lang="zh-CN" altLang="en-US" sz="1600" b="1" dirty="0">
              <a:solidFill>
                <a:schemeClr val="accent1"/>
              </a:solidFill>
              <a:uFillTx/>
              <a:latin typeface="+mn-ea"/>
              <a:cs typeface="微软雅黑" panose="020B0503020204020204" charset="-122"/>
              <a:sym typeface="+mn-ea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29"/>
            </p:custDataLst>
          </p:nvPr>
        </p:nvCxnSpPr>
        <p:spPr>
          <a:xfrm>
            <a:off x="550545" y="4821555"/>
            <a:ext cx="4625340" cy="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399540" y="5335270"/>
            <a:ext cx="4064000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内部知识整合：企业知识标准化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聚合及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399540" y="5723255"/>
            <a:ext cx="4064000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检索增强部署：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实现对海量知识的快速、精准检索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399540" y="6100445"/>
            <a:ext cx="4064000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智能问答功能：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构建企业专属的智能问答系统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1" name="Picture 11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50545" y="4887595"/>
            <a:ext cx="476250" cy="476250"/>
          </a:xfrm>
          <a:prstGeom prst="rect">
            <a:avLst/>
          </a:prstGeom>
        </p:spPr>
      </p:pic>
      <p:pic>
        <p:nvPicPr>
          <p:cNvPr id="56" name="Picture 21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057890" y="4761865"/>
            <a:ext cx="476250" cy="476250"/>
          </a:xfrm>
          <a:prstGeom prst="rect">
            <a:avLst/>
          </a:prstGeom>
        </p:spPr>
      </p:pic>
      <p:pic>
        <p:nvPicPr>
          <p:cNvPr id="57" name="Picture 15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060430" y="1090295"/>
            <a:ext cx="474345" cy="474345"/>
          </a:xfrm>
          <a:prstGeom prst="rect">
            <a:avLst/>
          </a:prstGeom>
        </p:spPr>
      </p:pic>
      <p:pic>
        <p:nvPicPr>
          <p:cNvPr id="58" name="Picture 18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059795" y="2902585"/>
            <a:ext cx="494030" cy="49403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4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9490" y="3348355"/>
            <a:ext cx="356870" cy="35687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4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570" y="3774440"/>
            <a:ext cx="353695" cy="353695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4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570" y="4312920"/>
            <a:ext cx="316230" cy="316230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4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570" y="5335270"/>
            <a:ext cx="365760" cy="365760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40765" y="5753735"/>
            <a:ext cx="270510" cy="270510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4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0600" y="6080125"/>
            <a:ext cx="365760" cy="365760"/>
          </a:xfrm>
          <a:prstGeom prst="rect">
            <a:avLst/>
          </a:prstGeom>
        </p:spPr>
      </p:pic>
      <p:sp>
        <p:nvSpPr>
          <p:cNvPr id="69" name="文本框 68"/>
          <p:cNvSpPr txBox="1"/>
          <p:nvPr/>
        </p:nvSpPr>
        <p:spPr>
          <a:xfrm>
            <a:off x="7190105" y="1567180"/>
            <a:ext cx="4618355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多模态交互开发</a:t>
            </a: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文本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</a:t>
            </a:r>
            <a:r>
              <a:rPr lang="en-US" altLang="zh-CN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与智能体自然交互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89470" y="1950720"/>
            <a:ext cx="4481195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任务编排系统：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拖拽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式完成复杂业务流程的自动化编排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189470" y="2327910"/>
            <a:ext cx="4481195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模型管理控制：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统一的模型管理界面和精细化的权限控制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4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69735" y="1567180"/>
            <a:ext cx="311150" cy="311150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7190105" y="3417570"/>
            <a:ext cx="4618355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生产调度智能体：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优化生产流程，提高产能和资源利用率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189470" y="3801110"/>
            <a:ext cx="4481195" cy="53848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客户服务智能体：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全时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在线提升客户服务体验和效率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189470" y="4178300"/>
            <a:ext cx="4481195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为您的核心业务场景，打造专属、高效的智能解决方案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190105" y="5339715"/>
            <a:ext cx="4618355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上线运维支持：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系统平稳，提供持续的运维保障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189470" y="5723255"/>
            <a:ext cx="4481195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效果监测优化：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监测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应用效果，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持续优化模型和策略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7189470" y="6100445"/>
            <a:ext cx="4481195" cy="2692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kern="0" dirty="0">
                <a:ln>
                  <a:noFill/>
                  <a:prstDash val="sysDot"/>
                </a:ln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版本需求迭代：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持续进行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智能体版本迭代和功能升级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779260" y="1923415"/>
            <a:ext cx="301625" cy="301625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779260" y="2327910"/>
            <a:ext cx="323215" cy="323215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760210" y="3378835"/>
            <a:ext cx="365760" cy="365760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769735" y="3774440"/>
            <a:ext cx="365760" cy="365760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804660" y="4178300"/>
            <a:ext cx="365760" cy="365760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760210" y="5290820"/>
            <a:ext cx="365760" cy="365760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779260" y="5723255"/>
            <a:ext cx="365760" cy="36576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779260" y="6100445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8034655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核心服务</a:t>
            </a:r>
            <a:r>
              <a:rPr sz="2600">
                <a:solidFill>
                  <a:srgbClr val="1A3BC6"/>
                </a:solidFill>
              </a:rPr>
              <a:t>-</a:t>
            </a:r>
            <a:r>
              <a:rPr sz="2600">
                <a:solidFill>
                  <a:srgbClr val="1A3BC6"/>
                </a:solidFill>
              </a:rPr>
              <a:t>全程</a:t>
            </a:r>
            <a:r>
              <a:rPr sz="2600">
                <a:solidFill>
                  <a:srgbClr val="1A3BC6"/>
                </a:solidFill>
              </a:rPr>
              <a:t>保驾护航，一站式企业信创</a:t>
            </a:r>
            <a:r>
              <a:rPr sz="2600">
                <a:solidFill>
                  <a:srgbClr val="1A3BC6"/>
                </a:solidFill>
              </a:rPr>
              <a:t>综合解决方案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弧形 111"/>
          <p:cNvSpPr>
            <a:spLocks noGrp="1"/>
          </p:cNvSpPr>
          <p:nvPr/>
        </p:nvSpPr>
        <p:spPr>
          <a:xfrm rot="3600000">
            <a:off x="11804328" y="10252302"/>
            <a:ext cx="1686077" cy="1686077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92" name="直接连接符 91"/>
          <p:cNvSpPr>
            <a:spLocks noGrp="1"/>
          </p:cNvSpPr>
          <p:nvPr/>
        </p:nvSpPr>
        <p:spPr>
          <a:xfrm>
            <a:off x="9105265" y="1602200"/>
            <a:ext cx="575042" cy="3406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/>
          <p:cNvSpPr>
            <a:spLocks noGrp="1"/>
          </p:cNvSpPr>
          <p:nvPr/>
        </p:nvSpPr>
        <p:spPr>
          <a:xfrm flipV="1">
            <a:off x="10768597" y="1598793"/>
            <a:ext cx="575042" cy="3406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矩形 113"/>
          <p:cNvSpPr>
            <a:spLocks noGrp="1"/>
          </p:cNvSpPr>
          <p:nvPr/>
        </p:nvSpPr>
        <p:spPr>
          <a:xfrm>
            <a:off x="9435464" y="1344930"/>
            <a:ext cx="1589404" cy="37274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solidFill>
                  <a:srgbClr val="1A3BC6"/>
                </a:solidFill>
                <a:latin typeface="+mj-lt"/>
                <a:ea typeface="+mj-lt"/>
                <a:cs typeface="+mj-lt"/>
              </a:rPr>
              <a:t>三大优势</a:t>
            </a:r>
            <a:endParaRPr sz="2400" b="1" i="0" u="none" kern="1200" cap="none" spc="0" baseline="0">
              <a:solidFill>
                <a:srgbClr val="1A3BC6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93" name="文本框 92"/>
          <p:cNvSpPr>
            <a:spLocks noGrp="1"/>
          </p:cNvSpPr>
          <p:nvPr/>
        </p:nvSpPr>
        <p:spPr>
          <a:xfrm>
            <a:off x="9007475" y="1966595"/>
            <a:ext cx="2560955" cy="143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14400">
              <a:spcAft>
                <a:spcPts val="600"/>
              </a:spcAft>
              <a:buNone/>
            </a:pPr>
            <a:r>
              <a:rPr sz="1600"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全面支撑</a:t>
            </a:r>
            <a:endParaRPr sz="16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>
            <a:pPr marL="180975" lvl="0" indent="-180975" algn="just">
              <a:spcAft>
                <a:spcPts val="600"/>
              </a:spcAft>
              <a:buFont typeface="Arial" panose="020B0604020202020204"/>
              <a:buChar char="•"/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从信创方案规划、建设到验收全流程支撑</a:t>
            </a:r>
            <a:endParaRPr sz="1400" ker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0975" lvl="0" indent="-180975" algn="just">
              <a:spcAft>
                <a:spcPts val="600"/>
              </a:spcAft>
              <a:buFont typeface="Arial" panose="020B0604020202020204"/>
              <a:buChar char="•"/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服务分类可定制</a:t>
            </a:r>
            <a:endParaRPr sz="1400" ker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0975" lvl="0" indent="-180975" algn="just">
              <a:spcAft>
                <a:spcPts val="600"/>
              </a:spcAft>
              <a:buFont typeface="Arial" panose="020B0604020202020204"/>
              <a:buChar char="•"/>
            </a:pPr>
            <a:endParaRPr sz="1400" ker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文本框 93"/>
          <p:cNvSpPr>
            <a:spLocks noGrp="1"/>
          </p:cNvSpPr>
          <p:nvPr/>
        </p:nvSpPr>
        <p:spPr>
          <a:xfrm>
            <a:off x="8962390" y="3258820"/>
            <a:ext cx="2524125" cy="135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14400">
              <a:spcAft>
                <a:spcPts val="600"/>
              </a:spcAft>
              <a:buClrTx/>
              <a:buSzTx/>
              <a:buFontTx/>
              <a:buNone/>
            </a:pPr>
            <a:r>
              <a:rPr sz="1600"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源于实践</a:t>
            </a:r>
            <a:endParaRPr sz="16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>
            <a:pPr marL="180975" lvl="0" indent="-180975" algn="just">
              <a:spcAft>
                <a:spcPts val="600"/>
              </a:spcAft>
              <a:buFont typeface="Arial" panose="020B0604020202020204"/>
              <a:buChar char="•"/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金融信创专家经验金融业务应用信创适配</a:t>
            </a:r>
            <a:endParaRPr sz="1400" ker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0975" lvl="0" indent="-180975" algn="just">
              <a:spcAft>
                <a:spcPts val="600"/>
              </a:spcAft>
              <a:buFont typeface="Arial" panose="020B0604020202020204"/>
              <a:buChar char="•"/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全金融场景信创实际落地及陪跑经验</a:t>
            </a:r>
            <a:endParaRPr sz="1400" ker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文本框 94"/>
          <p:cNvSpPr>
            <a:spLocks noGrp="1"/>
          </p:cNvSpPr>
          <p:nvPr/>
        </p:nvSpPr>
        <p:spPr>
          <a:xfrm>
            <a:off x="9006840" y="4905375"/>
            <a:ext cx="2566670" cy="143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14400">
              <a:spcAft>
                <a:spcPts val="600"/>
              </a:spcAft>
              <a:buClrTx/>
              <a:buSzTx/>
              <a:buFontTx/>
              <a:buNone/>
            </a:pPr>
            <a:r>
              <a:rPr sz="1600"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生态合作</a:t>
            </a:r>
            <a:endParaRPr sz="16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>
            <a:pPr marL="186055" lvl="0" indent="-186055" algn="just" defTabSz="914400">
              <a:spcAft>
                <a:spcPts val="600"/>
              </a:spcAft>
              <a:buFont typeface="Arial" panose="020B0604020202020204"/>
              <a:buChar char="•"/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信创生态体系建设</a:t>
            </a:r>
            <a:endParaRPr sz="1400" ker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6055" lvl="0" indent="-186055" algn="just" defTabSz="914400">
              <a:spcAft>
                <a:spcPts val="600"/>
              </a:spcAft>
              <a:buFont typeface="Arial" panose="020B0604020202020204"/>
              <a:buChar char="•"/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广泛外部信创合作伙伴</a:t>
            </a:r>
            <a:endParaRPr sz="1400" ker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6055" lvl="0" indent="-186055" algn="just">
              <a:spcAft>
                <a:spcPts val="600"/>
              </a:spcAft>
              <a:buFont typeface="Arial" panose="020B0604020202020204"/>
              <a:buChar char="•"/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信创课题申报提升影响力，信创路线不走偏</a:t>
            </a:r>
            <a:endParaRPr sz="1400" ker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等腰三角形 42"/>
          <p:cNvSpPr>
            <a:spLocks noGrp="1"/>
          </p:cNvSpPr>
          <p:nvPr/>
        </p:nvSpPr>
        <p:spPr>
          <a:xfrm>
            <a:off x="483235" y="948055"/>
            <a:ext cx="8524240" cy="567690"/>
          </a:xfrm>
          <a:prstGeom prst="triangl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97000">
                <a:schemeClr val="accent1">
                  <a:lumMod val="54000"/>
                  <a:lumOff val="46000"/>
                  <a:alpha val="50000"/>
                </a:schemeClr>
              </a:gs>
            </a:gsLst>
            <a:lin ang="1074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0" scaled="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1A3BC6"/>
                </a:solidFill>
                <a:latin typeface="+mj-lt"/>
                <a:ea typeface="+mj-lt"/>
                <a:cs typeface="+mj-lt"/>
              </a:rPr>
              <a:t>祥云信创解决方案</a:t>
            </a:r>
            <a:endParaRPr sz="2400" b="1">
              <a:solidFill>
                <a:srgbClr val="1A3BC6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83235" y="4985385"/>
            <a:ext cx="8502650" cy="1297940"/>
          </a:xfrm>
          <a:prstGeom prst="rect">
            <a:avLst/>
          </a:prstGeom>
          <a:solidFill>
            <a:sysClr val="window" lastClr="FFFFFF"/>
          </a:solidFill>
          <a:ln w="28575" cmpd="sng">
            <a:gradFill>
              <a:gsLst>
                <a:gs pos="0">
                  <a:schemeClr val="bg2">
                    <a:lumMod val="75000"/>
                  </a:schemeClr>
                </a:gs>
                <a:gs pos="77000">
                  <a:schemeClr val="bg2">
                    <a:lumMod val="90000"/>
                  </a:schemeClr>
                </a:gs>
                <a:gs pos="99000">
                  <a:schemeClr val="bg2"/>
                </a:gs>
              </a:gsLst>
              <a:lin ang="4860000" scaled="0"/>
            </a:gra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36000" tIns="36000" rIns="36000" bIns="360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483235" y="1605915"/>
            <a:ext cx="8502650" cy="1125855"/>
          </a:xfrm>
          <a:prstGeom prst="rect">
            <a:avLst/>
          </a:prstGeom>
          <a:solidFill>
            <a:sysClr val="window" lastClr="FFFFFF"/>
          </a:solidFill>
          <a:ln w="28575" cmpd="sng">
            <a:gradFill>
              <a:gsLst>
                <a:gs pos="0">
                  <a:schemeClr val="bg2">
                    <a:lumMod val="75000"/>
                  </a:schemeClr>
                </a:gs>
                <a:gs pos="77000">
                  <a:schemeClr val="bg2">
                    <a:lumMod val="90000"/>
                  </a:schemeClr>
                </a:gs>
                <a:gs pos="99000">
                  <a:schemeClr val="bg2"/>
                </a:gs>
              </a:gsLst>
              <a:lin ang="4860000" scaled="0"/>
            </a:gra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36000" tIns="36000" rIns="36000" bIns="360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483235" y="4985385"/>
            <a:ext cx="8502650" cy="48577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074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0" scaled="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信创项目管理</a:t>
            </a:r>
            <a:endParaRPr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83235" y="1602105"/>
            <a:ext cx="8502650" cy="32512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074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0" scaled="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信创咨询</a:t>
            </a:r>
            <a:r>
              <a: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endParaRPr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等腰三角形 116"/>
          <p:cNvSpPr>
            <a:spLocks noGrp="1"/>
          </p:cNvSpPr>
          <p:nvPr/>
        </p:nvSpPr>
        <p:spPr>
          <a:xfrm rot="5400000" flipH="1">
            <a:off x="3206822" y="2309060"/>
            <a:ext cx="308820" cy="99294"/>
          </a:xfrm>
          <a:prstGeom prst="triangle">
            <a:avLst/>
          </a:prstGeom>
          <a:solidFill>
            <a:schemeClr val="bg2"/>
          </a:solidFill>
          <a:ln w="12700" cmpd="sng">
            <a:gradFill>
              <a:gsLst>
                <a:gs pos="0">
                  <a:schemeClr val="bg2">
                    <a:lumMod val="75000"/>
                  </a:schemeClr>
                </a:gs>
                <a:gs pos="100000">
                  <a:schemeClr val="bg2"/>
                </a:gs>
              </a:gsLst>
              <a:lin ang="5160000" scaled="0"/>
            </a:gradFill>
            <a:prstDash val="solid"/>
          </a:ln>
        </p:spPr>
        <p:txBody>
          <a:bodyPr anchor="ctr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1600" kern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等腰三角形 117"/>
          <p:cNvSpPr>
            <a:spLocks noGrp="1"/>
          </p:cNvSpPr>
          <p:nvPr/>
        </p:nvSpPr>
        <p:spPr>
          <a:xfrm rot="5400000" flipH="1">
            <a:off x="3291558" y="2309060"/>
            <a:ext cx="308820" cy="99294"/>
          </a:xfrm>
          <a:prstGeom prst="triangle">
            <a:avLst/>
          </a:prstGeom>
          <a:noFill/>
          <a:ln w="12700" cmpd="sng">
            <a:gradFill>
              <a:gsLst>
                <a:gs pos="0">
                  <a:schemeClr val="bg2">
                    <a:lumMod val="75000"/>
                  </a:schemeClr>
                </a:gs>
                <a:gs pos="100000">
                  <a:schemeClr val="bg2"/>
                </a:gs>
              </a:gsLst>
              <a:lin ang="5400000" scaled="1"/>
            </a:gradFill>
            <a:prstDash val="solid"/>
          </a:ln>
        </p:spPr>
        <p:txBody>
          <a:bodyPr anchor="ctr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1600" kern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六边形 64"/>
          <p:cNvSpPr>
            <a:spLocks noGrp="1"/>
          </p:cNvSpPr>
          <p:nvPr/>
        </p:nvSpPr>
        <p:spPr>
          <a:xfrm>
            <a:off x="1045845" y="2113280"/>
            <a:ext cx="2056765" cy="460375"/>
          </a:xfrm>
          <a:prstGeom prst="hexagon">
            <a:avLst>
              <a:gd name="adj" fmla="val 41071"/>
              <a:gd name="vf" fmla="val 115470"/>
            </a:avLst>
          </a:prstGeom>
          <a:solidFill>
            <a:sysClr val="window" lastClr="FFFFFF"/>
          </a:solidFill>
          <a:ln w="28575" cmpd="sng">
            <a:gradFill>
              <a:gsLst>
                <a:gs pos="0">
                  <a:schemeClr val="bg2">
                    <a:lumMod val="75000"/>
                  </a:schemeClr>
                </a:gs>
                <a:gs pos="77000">
                  <a:schemeClr val="bg2">
                    <a:lumMod val="90000"/>
                  </a:schemeClr>
                </a:gs>
                <a:gs pos="99000">
                  <a:schemeClr val="bg2"/>
                </a:gs>
              </a:gsLst>
              <a:lin ang="4800000" scaled="0"/>
            </a:gra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36000" tIns="36000" rIns="36000" bIns="360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 b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诊断分析</a:t>
            </a: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六边形 68"/>
          <p:cNvSpPr>
            <a:spLocks noGrp="1"/>
          </p:cNvSpPr>
          <p:nvPr/>
        </p:nvSpPr>
        <p:spPr>
          <a:xfrm>
            <a:off x="3705860" y="2113280"/>
            <a:ext cx="2056765" cy="460375"/>
          </a:xfrm>
          <a:prstGeom prst="hexagon">
            <a:avLst>
              <a:gd name="adj" fmla="val 41071"/>
              <a:gd name="vf" fmla="val 115470"/>
            </a:avLst>
          </a:prstGeom>
          <a:solidFill>
            <a:sysClr val="window" lastClr="FFFFFF"/>
          </a:solidFill>
          <a:ln w="28575" cmpd="sng">
            <a:gradFill>
              <a:gsLst>
                <a:gs pos="0">
                  <a:schemeClr val="bg2">
                    <a:lumMod val="75000"/>
                  </a:schemeClr>
                </a:gs>
                <a:gs pos="77000">
                  <a:schemeClr val="bg2">
                    <a:lumMod val="90000"/>
                  </a:schemeClr>
                </a:gs>
                <a:gs pos="99000">
                  <a:schemeClr val="bg2"/>
                </a:gs>
              </a:gsLst>
              <a:lin ang="4800000" scaled="0"/>
            </a:gra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36000" tIns="36000" rIns="36000" bIns="360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600" b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规划目标</a:t>
            </a: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六边形 69"/>
          <p:cNvSpPr>
            <a:spLocks noGrp="1"/>
          </p:cNvSpPr>
          <p:nvPr/>
        </p:nvSpPr>
        <p:spPr>
          <a:xfrm>
            <a:off x="6365875" y="2113280"/>
            <a:ext cx="2056765" cy="460375"/>
          </a:xfrm>
          <a:prstGeom prst="hexagon">
            <a:avLst>
              <a:gd name="adj" fmla="val 41071"/>
              <a:gd name="vf" fmla="val 115470"/>
            </a:avLst>
          </a:prstGeom>
          <a:solidFill>
            <a:sysClr val="window" lastClr="FFFFFF"/>
          </a:solidFill>
          <a:ln w="28575" cmpd="sng">
            <a:gradFill>
              <a:gsLst>
                <a:gs pos="0">
                  <a:schemeClr val="bg2">
                    <a:lumMod val="75000"/>
                  </a:schemeClr>
                </a:gs>
                <a:gs pos="77000">
                  <a:schemeClr val="bg2">
                    <a:lumMod val="90000"/>
                  </a:schemeClr>
                </a:gs>
                <a:gs pos="99000">
                  <a:schemeClr val="bg2"/>
                </a:gs>
              </a:gsLst>
              <a:lin ang="4800000" scaled="0"/>
            </a:gra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36000" tIns="36000" rIns="36000" bIns="360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600" b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实施路径</a:t>
            </a: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482600" y="2855595"/>
            <a:ext cx="8496935" cy="36131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074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0" scaled="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信创咨询规划</a:t>
            </a:r>
            <a:endParaRPr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476885" y="2855595"/>
            <a:ext cx="8502650" cy="904875"/>
          </a:xfrm>
          <a:prstGeom prst="rect">
            <a:avLst/>
          </a:prstGeom>
          <a:solidFill>
            <a:sysClr val="window" lastClr="FFFFFF"/>
          </a:solidFill>
          <a:ln w="28575" cmpd="sng">
            <a:gradFill>
              <a:gsLst>
                <a:gs pos="0">
                  <a:schemeClr val="bg2">
                    <a:lumMod val="75000"/>
                  </a:schemeClr>
                </a:gs>
                <a:gs pos="77000">
                  <a:schemeClr val="bg2">
                    <a:lumMod val="90000"/>
                  </a:schemeClr>
                </a:gs>
                <a:gs pos="99000">
                  <a:schemeClr val="bg2"/>
                </a:gs>
              </a:gsLst>
              <a:lin ang="4860000" scaled="0"/>
            </a:gra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36000" tIns="36000" rIns="36000" bIns="360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482600" y="3912870"/>
            <a:ext cx="8496935" cy="36131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074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0" scaled="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信创迁移及适配方案</a:t>
            </a:r>
            <a:endParaRPr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476885" y="3912870"/>
            <a:ext cx="8502650" cy="904875"/>
          </a:xfrm>
          <a:prstGeom prst="rect">
            <a:avLst/>
          </a:prstGeom>
          <a:solidFill>
            <a:sysClr val="window" lastClr="FFFFFF"/>
          </a:solidFill>
          <a:ln w="28575" cmpd="sng">
            <a:gradFill>
              <a:gsLst>
                <a:gs pos="0">
                  <a:schemeClr val="bg2">
                    <a:lumMod val="75000"/>
                  </a:schemeClr>
                </a:gs>
                <a:gs pos="77000">
                  <a:schemeClr val="bg2">
                    <a:lumMod val="90000"/>
                  </a:schemeClr>
                </a:gs>
                <a:gs pos="99000">
                  <a:schemeClr val="bg2"/>
                </a:gs>
              </a:gsLst>
              <a:lin ang="4860000" scaled="0"/>
            </a:gra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36000" tIns="36000" rIns="36000" bIns="360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endParaRPr sz="1600" b="1" kern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Rectangle 151"/>
          <p:cNvSpPr>
            <a:spLocks noGrp="1"/>
          </p:cNvSpPr>
          <p:nvPr/>
        </p:nvSpPr>
        <p:spPr>
          <a:xfrm>
            <a:off x="711835" y="3287395"/>
            <a:ext cx="1353820" cy="351790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信创产业政策及动态研究报告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Rectangle 151"/>
          <p:cNvSpPr>
            <a:spLocks noGrp="1"/>
          </p:cNvSpPr>
          <p:nvPr/>
        </p:nvSpPr>
        <p:spPr>
          <a:xfrm>
            <a:off x="2220595" y="3307080"/>
            <a:ext cx="1252220" cy="3321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信创项目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申报及验收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Rectangle 151"/>
          <p:cNvSpPr>
            <a:spLocks noGrp="1"/>
          </p:cNvSpPr>
          <p:nvPr/>
        </p:nvSpPr>
        <p:spPr>
          <a:xfrm>
            <a:off x="3560445" y="3307080"/>
            <a:ext cx="1293495" cy="3321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信创业务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试点指导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ectangle 151"/>
          <p:cNvSpPr>
            <a:spLocks noGrp="1"/>
          </p:cNvSpPr>
          <p:nvPr/>
        </p:nvSpPr>
        <p:spPr>
          <a:xfrm>
            <a:off x="4925060" y="3307080"/>
            <a:ext cx="1191895" cy="3321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信创选型方案及指导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Rectangle 151"/>
          <p:cNvSpPr>
            <a:spLocks noGrp="1"/>
          </p:cNvSpPr>
          <p:nvPr/>
        </p:nvSpPr>
        <p:spPr>
          <a:xfrm>
            <a:off x="6188075" y="3307080"/>
            <a:ext cx="1234440" cy="3321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信创总体架构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规划方案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Rectangle 151"/>
          <p:cNvSpPr>
            <a:spLocks noGrp="1"/>
          </p:cNvSpPr>
          <p:nvPr/>
        </p:nvSpPr>
        <p:spPr>
          <a:xfrm>
            <a:off x="7514590" y="3307080"/>
            <a:ext cx="1234440" cy="3321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信创云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应用规划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Rectangle 151"/>
          <p:cNvSpPr>
            <a:spLocks noGrp="1"/>
          </p:cNvSpPr>
          <p:nvPr/>
        </p:nvSpPr>
        <p:spPr>
          <a:xfrm>
            <a:off x="711835" y="4364990"/>
            <a:ext cx="1452245" cy="3321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信创芯片服务器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Rectangle 151"/>
          <p:cNvSpPr>
            <a:spLocks noGrp="1"/>
          </p:cNvSpPr>
          <p:nvPr/>
        </p:nvSpPr>
        <p:spPr>
          <a:xfrm>
            <a:off x="798195" y="5593715"/>
            <a:ext cx="1353820" cy="4972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信创咨询为入口，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启动信创</a:t>
            </a: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</a:t>
            </a: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基础架构转型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Rectangle 151"/>
          <p:cNvSpPr>
            <a:spLocks noGrp="1"/>
          </p:cNvSpPr>
          <p:nvPr/>
        </p:nvSpPr>
        <p:spPr>
          <a:xfrm>
            <a:off x="2220595" y="5593715"/>
            <a:ext cx="1252220" cy="4972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信创整车方案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及资源准备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ectangle 151"/>
          <p:cNvSpPr>
            <a:spLocks noGrp="1"/>
          </p:cNvSpPr>
          <p:nvPr/>
        </p:nvSpPr>
        <p:spPr>
          <a:xfrm>
            <a:off x="3560445" y="5593715"/>
            <a:ext cx="1293495" cy="4972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</a:t>
            </a: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</a:t>
            </a: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基座建设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ectangle 151"/>
          <p:cNvSpPr>
            <a:spLocks noGrp="1"/>
          </p:cNvSpPr>
          <p:nvPr/>
        </p:nvSpPr>
        <p:spPr>
          <a:xfrm>
            <a:off x="4925060" y="5593715"/>
            <a:ext cx="1191895" cy="4972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业务应用信创适配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Rectangle 151"/>
          <p:cNvSpPr>
            <a:spLocks noGrp="1"/>
          </p:cNvSpPr>
          <p:nvPr/>
        </p:nvSpPr>
        <p:spPr>
          <a:xfrm>
            <a:off x="6188075" y="5593715"/>
            <a:ext cx="1234440" cy="4972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信创单双规切换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ectangle 151"/>
          <p:cNvSpPr>
            <a:spLocks noGrp="1"/>
          </p:cNvSpPr>
          <p:nvPr/>
        </p:nvSpPr>
        <p:spPr>
          <a:xfrm>
            <a:off x="7514590" y="5593715"/>
            <a:ext cx="1234440" cy="4972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监管合规化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" name="等腰三角形 156"/>
          <p:cNvSpPr>
            <a:spLocks noGrp="1"/>
          </p:cNvSpPr>
          <p:nvPr/>
        </p:nvSpPr>
        <p:spPr>
          <a:xfrm rot="5400000" flipH="1">
            <a:off x="5890967" y="2309060"/>
            <a:ext cx="308820" cy="99294"/>
          </a:xfrm>
          <a:prstGeom prst="triangle">
            <a:avLst/>
          </a:prstGeom>
          <a:solidFill>
            <a:schemeClr val="bg2"/>
          </a:solidFill>
          <a:ln w="12700" cmpd="sng">
            <a:gradFill>
              <a:gsLst>
                <a:gs pos="0">
                  <a:schemeClr val="bg2">
                    <a:lumMod val="75000"/>
                  </a:schemeClr>
                </a:gs>
                <a:gs pos="100000">
                  <a:schemeClr val="bg2"/>
                </a:gs>
              </a:gsLst>
              <a:lin ang="5160000" scaled="0"/>
            </a:gradFill>
            <a:prstDash val="solid"/>
          </a:ln>
        </p:spPr>
        <p:txBody>
          <a:bodyPr anchor="ctr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1600" kern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等腰三角形 157"/>
          <p:cNvSpPr>
            <a:spLocks noGrp="1"/>
          </p:cNvSpPr>
          <p:nvPr/>
        </p:nvSpPr>
        <p:spPr>
          <a:xfrm rot="5400000" flipH="1">
            <a:off x="5975703" y="2309060"/>
            <a:ext cx="308820" cy="99294"/>
          </a:xfrm>
          <a:prstGeom prst="triangle">
            <a:avLst/>
          </a:prstGeom>
          <a:noFill/>
          <a:ln w="12700" cmpd="sng">
            <a:gradFill>
              <a:gsLst>
                <a:gs pos="0">
                  <a:schemeClr val="bg2">
                    <a:lumMod val="75000"/>
                  </a:schemeClr>
                </a:gs>
                <a:gs pos="100000">
                  <a:schemeClr val="bg2"/>
                </a:gs>
              </a:gsLst>
              <a:lin ang="5400000" scaled="1"/>
            </a:gradFill>
            <a:prstDash val="solid"/>
          </a:ln>
        </p:spPr>
        <p:txBody>
          <a:bodyPr anchor="ctr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1600" kern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" name="矩形 158"/>
          <p:cNvSpPr>
            <a:spLocks noGrp="1"/>
          </p:cNvSpPr>
          <p:nvPr/>
        </p:nvSpPr>
        <p:spPr>
          <a:xfrm>
            <a:off x="483235" y="2855595"/>
            <a:ext cx="8502650" cy="32512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074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0" scaled="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信创咨询服务</a:t>
            </a:r>
            <a:endParaRPr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" name="矩形 160"/>
          <p:cNvSpPr>
            <a:spLocks noGrp="1"/>
          </p:cNvSpPr>
          <p:nvPr/>
        </p:nvSpPr>
        <p:spPr>
          <a:xfrm>
            <a:off x="483235" y="3912870"/>
            <a:ext cx="8502650" cy="32512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074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0" scaled="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信创集成建设方案</a:t>
            </a:r>
            <a:endParaRPr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Rectangle 151"/>
          <p:cNvSpPr>
            <a:spLocks noGrp="1"/>
          </p:cNvSpPr>
          <p:nvPr/>
        </p:nvSpPr>
        <p:spPr>
          <a:xfrm>
            <a:off x="2291715" y="4364990"/>
            <a:ext cx="1452245" cy="3321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信创操作系统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3" name="Rectangle 151"/>
          <p:cNvSpPr>
            <a:spLocks noGrp="1"/>
          </p:cNvSpPr>
          <p:nvPr/>
        </p:nvSpPr>
        <p:spPr>
          <a:xfrm>
            <a:off x="4001770" y="4364990"/>
            <a:ext cx="1452245" cy="3321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信创数据库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Rectangle 151"/>
          <p:cNvSpPr>
            <a:spLocks noGrp="1"/>
          </p:cNvSpPr>
          <p:nvPr/>
        </p:nvSpPr>
        <p:spPr>
          <a:xfrm>
            <a:off x="5618480" y="4364990"/>
            <a:ext cx="1452245" cy="3321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信创中间件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Rectangle 151"/>
          <p:cNvSpPr>
            <a:spLocks noGrp="1"/>
          </p:cNvSpPr>
          <p:nvPr/>
        </p:nvSpPr>
        <p:spPr>
          <a:xfrm>
            <a:off x="7296785" y="4364990"/>
            <a:ext cx="1452245" cy="332105"/>
          </a:xfrm>
          <a:prstGeom prst="round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·····</a:t>
            </a:r>
            <a:endParaRPr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4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4759325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lang="zh-CN" sz="2600">
                <a:solidFill>
                  <a:srgbClr val="1A3BC6"/>
                </a:solidFill>
              </a:rPr>
              <a:t>集成服务</a:t>
            </a:r>
            <a:r>
              <a:rPr sz="2600">
                <a:solidFill>
                  <a:srgbClr val="1A3BC6"/>
                </a:solidFill>
              </a:rPr>
              <a:t>-</a:t>
            </a:r>
            <a:r>
              <a:rPr lang="zh-CN" sz="2600">
                <a:solidFill>
                  <a:srgbClr val="1A3BC6"/>
                </a:solidFill>
              </a:rPr>
              <a:t>核心合作伙伴产品</a:t>
            </a:r>
            <a:r>
              <a:rPr lang="zh-CN" sz="2600">
                <a:solidFill>
                  <a:srgbClr val="1A3BC6"/>
                </a:solidFill>
              </a:rPr>
              <a:t>矩阵</a:t>
            </a:r>
            <a:endParaRPr lang="zh-CN"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12" name="弧形 111"/>
          <p:cNvSpPr>
            <a:spLocks noGrp="1"/>
          </p:cNvSpPr>
          <p:nvPr/>
        </p:nvSpPr>
        <p:spPr>
          <a:xfrm rot="3600000">
            <a:off x="11804328" y="10252302"/>
            <a:ext cx="1686077" cy="1686077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pic>
        <p:nvPicPr>
          <p:cNvPr id="199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87" name="任意多边形 86"/>
          <p:cNvSpPr/>
          <p:nvPr>
            <p:custDataLst>
              <p:tags r:id="rId2"/>
            </p:custDataLst>
          </p:nvPr>
        </p:nvSpPr>
        <p:spPr bwMode="auto">
          <a:xfrm>
            <a:off x="4253083" y="1807324"/>
            <a:ext cx="2199124" cy="2199124"/>
          </a:xfrm>
          <a:custGeom>
            <a:avLst/>
            <a:gdLst>
              <a:gd name="T0" fmla="*/ 1315 w 1315"/>
              <a:gd name="T1" fmla="*/ 657 h 1315"/>
              <a:gd name="T2" fmla="*/ 1204 w 1315"/>
              <a:gd name="T3" fmla="*/ 768 h 1315"/>
              <a:gd name="T4" fmla="*/ 1101 w 1315"/>
              <a:gd name="T5" fmla="*/ 665 h 1315"/>
              <a:gd name="T6" fmla="*/ 1111 w 1315"/>
              <a:gd name="T7" fmla="*/ 657 h 1315"/>
              <a:gd name="T8" fmla="*/ 1101 w 1315"/>
              <a:gd name="T9" fmla="*/ 650 h 1315"/>
              <a:gd name="T10" fmla="*/ 1000 w 1315"/>
              <a:gd name="T11" fmla="*/ 547 h 1315"/>
              <a:gd name="T12" fmla="*/ 658 w 1315"/>
              <a:gd name="T13" fmla="*/ 205 h 1315"/>
              <a:gd name="T14" fmla="*/ 205 w 1315"/>
              <a:gd name="T15" fmla="*/ 657 h 1315"/>
              <a:gd name="T16" fmla="*/ 547 w 1315"/>
              <a:gd name="T17" fmla="*/ 999 h 1315"/>
              <a:gd name="T18" fmla="*/ 446 w 1315"/>
              <a:gd name="T19" fmla="*/ 1103 h 1315"/>
              <a:gd name="T20" fmla="*/ 0 w 1315"/>
              <a:gd name="T21" fmla="*/ 657 h 1315"/>
              <a:gd name="T22" fmla="*/ 658 w 1315"/>
              <a:gd name="T23" fmla="*/ 0 h 1315"/>
              <a:gd name="T24" fmla="*/ 1101 w 1315"/>
              <a:gd name="T25" fmla="*/ 445 h 1315"/>
              <a:gd name="T26" fmla="*/ 1204 w 1315"/>
              <a:gd name="T27" fmla="*/ 547 h 1315"/>
              <a:gd name="T28" fmla="*/ 1315 w 1315"/>
              <a:gd name="T29" fmla="*/ 657 h 1315"/>
              <a:gd name="T30" fmla="*/ 769 w 1315"/>
              <a:gd name="T31" fmla="*/ 999 h 1315"/>
              <a:gd name="T32" fmla="*/ 665 w 1315"/>
              <a:gd name="T33" fmla="*/ 1103 h 1315"/>
              <a:gd name="T34" fmla="*/ 658 w 1315"/>
              <a:gd name="T35" fmla="*/ 1110 h 1315"/>
              <a:gd name="T36" fmla="*/ 650 w 1315"/>
              <a:gd name="T37" fmla="*/ 1103 h 1315"/>
              <a:gd name="T38" fmla="*/ 547 w 1315"/>
              <a:gd name="T39" fmla="*/ 1204 h 1315"/>
              <a:gd name="T40" fmla="*/ 658 w 1315"/>
              <a:gd name="T41" fmla="*/ 1315 h 1315"/>
              <a:gd name="T42" fmla="*/ 769 w 1315"/>
              <a:gd name="T43" fmla="*/ 1204 h 1315"/>
              <a:gd name="T44" fmla="*/ 870 w 1315"/>
              <a:gd name="T45" fmla="*/ 1103 h 1315"/>
              <a:gd name="T46" fmla="*/ 1101 w 1315"/>
              <a:gd name="T47" fmla="*/ 869 h 1315"/>
              <a:gd name="T48" fmla="*/ 1000 w 1315"/>
              <a:gd name="T49" fmla="*/ 768 h 1315"/>
              <a:gd name="T50" fmla="*/ 769 w 1315"/>
              <a:gd name="T51" fmla="*/ 999 h 1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15" h="1315">
                <a:moveTo>
                  <a:pt x="1315" y="657"/>
                </a:moveTo>
                <a:lnTo>
                  <a:pt x="1204" y="768"/>
                </a:lnTo>
                <a:lnTo>
                  <a:pt x="1101" y="665"/>
                </a:lnTo>
                <a:lnTo>
                  <a:pt x="1111" y="657"/>
                </a:lnTo>
                <a:lnTo>
                  <a:pt x="1101" y="650"/>
                </a:lnTo>
                <a:lnTo>
                  <a:pt x="1000" y="547"/>
                </a:lnTo>
                <a:lnTo>
                  <a:pt x="658" y="205"/>
                </a:lnTo>
                <a:lnTo>
                  <a:pt x="205" y="657"/>
                </a:lnTo>
                <a:lnTo>
                  <a:pt x="547" y="999"/>
                </a:lnTo>
                <a:lnTo>
                  <a:pt x="446" y="1103"/>
                </a:lnTo>
                <a:lnTo>
                  <a:pt x="0" y="657"/>
                </a:lnTo>
                <a:lnTo>
                  <a:pt x="658" y="0"/>
                </a:lnTo>
                <a:lnTo>
                  <a:pt x="1101" y="445"/>
                </a:lnTo>
                <a:lnTo>
                  <a:pt x="1204" y="547"/>
                </a:lnTo>
                <a:lnTo>
                  <a:pt x="1315" y="657"/>
                </a:lnTo>
                <a:close/>
                <a:moveTo>
                  <a:pt x="769" y="999"/>
                </a:moveTo>
                <a:lnTo>
                  <a:pt x="665" y="1103"/>
                </a:lnTo>
                <a:lnTo>
                  <a:pt x="658" y="1110"/>
                </a:lnTo>
                <a:lnTo>
                  <a:pt x="650" y="1103"/>
                </a:lnTo>
                <a:lnTo>
                  <a:pt x="547" y="1204"/>
                </a:lnTo>
                <a:lnTo>
                  <a:pt x="658" y="1315"/>
                </a:lnTo>
                <a:lnTo>
                  <a:pt x="769" y="1204"/>
                </a:lnTo>
                <a:lnTo>
                  <a:pt x="870" y="1103"/>
                </a:lnTo>
                <a:lnTo>
                  <a:pt x="1101" y="869"/>
                </a:lnTo>
                <a:lnTo>
                  <a:pt x="1000" y="768"/>
                </a:lnTo>
                <a:lnTo>
                  <a:pt x="769" y="99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8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406400" dist="1524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lnSpcReduction="10000"/>
          </a:bodyPr>
          <a:lstStyle/>
          <a:p>
            <a:pPr lvl="0" algn="ctr">
              <a:buClrTx/>
              <a:buSzTx/>
              <a:buFontTx/>
            </a:pPr>
            <a:endParaRPr sz="2400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88" name="任意多边形 87"/>
          <p:cNvSpPr/>
          <p:nvPr>
            <p:custDataLst>
              <p:tags r:id="rId3"/>
            </p:custDataLst>
          </p:nvPr>
        </p:nvSpPr>
        <p:spPr bwMode="auto">
          <a:xfrm>
            <a:off x="5739791" y="1807323"/>
            <a:ext cx="2199124" cy="2199123"/>
          </a:xfrm>
          <a:custGeom>
            <a:avLst/>
            <a:gdLst>
              <a:gd name="T0" fmla="*/ 546 w 1315"/>
              <a:gd name="T1" fmla="*/ 999 h 1315"/>
              <a:gd name="T2" fmla="*/ 445 w 1315"/>
              <a:gd name="T3" fmla="*/ 1103 h 1315"/>
              <a:gd name="T4" fmla="*/ 212 w 1315"/>
              <a:gd name="T5" fmla="*/ 869 h 1315"/>
              <a:gd name="T6" fmla="*/ 111 w 1315"/>
              <a:gd name="T7" fmla="*/ 768 h 1315"/>
              <a:gd name="T8" fmla="*/ 0 w 1315"/>
              <a:gd name="T9" fmla="*/ 657 h 1315"/>
              <a:gd name="T10" fmla="*/ 111 w 1315"/>
              <a:gd name="T11" fmla="*/ 547 h 1315"/>
              <a:gd name="T12" fmla="*/ 212 w 1315"/>
              <a:gd name="T13" fmla="*/ 650 h 1315"/>
              <a:gd name="T14" fmla="*/ 204 w 1315"/>
              <a:gd name="T15" fmla="*/ 657 h 1315"/>
              <a:gd name="T16" fmla="*/ 212 w 1315"/>
              <a:gd name="T17" fmla="*/ 665 h 1315"/>
              <a:gd name="T18" fmla="*/ 315 w 1315"/>
              <a:gd name="T19" fmla="*/ 768 h 1315"/>
              <a:gd name="T20" fmla="*/ 546 w 1315"/>
              <a:gd name="T21" fmla="*/ 999 h 1315"/>
              <a:gd name="T22" fmla="*/ 657 w 1315"/>
              <a:gd name="T23" fmla="*/ 0 h 1315"/>
              <a:gd name="T24" fmla="*/ 212 w 1315"/>
              <a:gd name="T25" fmla="*/ 445 h 1315"/>
              <a:gd name="T26" fmla="*/ 315 w 1315"/>
              <a:gd name="T27" fmla="*/ 547 h 1315"/>
              <a:gd name="T28" fmla="*/ 657 w 1315"/>
              <a:gd name="T29" fmla="*/ 205 h 1315"/>
              <a:gd name="T30" fmla="*/ 1110 w 1315"/>
              <a:gd name="T31" fmla="*/ 657 h 1315"/>
              <a:gd name="T32" fmla="*/ 768 w 1315"/>
              <a:gd name="T33" fmla="*/ 999 h 1315"/>
              <a:gd name="T34" fmla="*/ 665 w 1315"/>
              <a:gd name="T35" fmla="*/ 1103 h 1315"/>
              <a:gd name="T36" fmla="*/ 657 w 1315"/>
              <a:gd name="T37" fmla="*/ 1110 h 1315"/>
              <a:gd name="T38" fmla="*/ 650 w 1315"/>
              <a:gd name="T39" fmla="*/ 1103 h 1315"/>
              <a:gd name="T40" fmla="*/ 546 w 1315"/>
              <a:gd name="T41" fmla="*/ 1204 h 1315"/>
              <a:gd name="T42" fmla="*/ 657 w 1315"/>
              <a:gd name="T43" fmla="*/ 1315 h 1315"/>
              <a:gd name="T44" fmla="*/ 768 w 1315"/>
              <a:gd name="T45" fmla="*/ 1204 h 1315"/>
              <a:gd name="T46" fmla="*/ 869 w 1315"/>
              <a:gd name="T47" fmla="*/ 1103 h 1315"/>
              <a:gd name="T48" fmla="*/ 1315 w 1315"/>
              <a:gd name="T49" fmla="*/ 657 h 1315"/>
              <a:gd name="T50" fmla="*/ 657 w 1315"/>
              <a:gd name="T51" fmla="*/ 0 h 1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15" h="1315">
                <a:moveTo>
                  <a:pt x="546" y="999"/>
                </a:moveTo>
                <a:lnTo>
                  <a:pt x="445" y="1103"/>
                </a:lnTo>
                <a:lnTo>
                  <a:pt x="212" y="869"/>
                </a:lnTo>
                <a:lnTo>
                  <a:pt x="111" y="768"/>
                </a:lnTo>
                <a:lnTo>
                  <a:pt x="0" y="657"/>
                </a:lnTo>
                <a:lnTo>
                  <a:pt x="111" y="547"/>
                </a:lnTo>
                <a:lnTo>
                  <a:pt x="212" y="650"/>
                </a:lnTo>
                <a:lnTo>
                  <a:pt x="204" y="657"/>
                </a:lnTo>
                <a:lnTo>
                  <a:pt x="212" y="665"/>
                </a:lnTo>
                <a:lnTo>
                  <a:pt x="315" y="768"/>
                </a:lnTo>
                <a:lnTo>
                  <a:pt x="546" y="999"/>
                </a:lnTo>
                <a:close/>
                <a:moveTo>
                  <a:pt x="657" y="0"/>
                </a:moveTo>
                <a:lnTo>
                  <a:pt x="212" y="445"/>
                </a:lnTo>
                <a:lnTo>
                  <a:pt x="315" y="547"/>
                </a:lnTo>
                <a:lnTo>
                  <a:pt x="657" y="205"/>
                </a:lnTo>
                <a:lnTo>
                  <a:pt x="1110" y="657"/>
                </a:lnTo>
                <a:lnTo>
                  <a:pt x="768" y="999"/>
                </a:lnTo>
                <a:lnTo>
                  <a:pt x="665" y="1103"/>
                </a:lnTo>
                <a:lnTo>
                  <a:pt x="657" y="1110"/>
                </a:lnTo>
                <a:lnTo>
                  <a:pt x="650" y="1103"/>
                </a:lnTo>
                <a:lnTo>
                  <a:pt x="546" y="1204"/>
                </a:lnTo>
                <a:lnTo>
                  <a:pt x="657" y="1315"/>
                </a:lnTo>
                <a:lnTo>
                  <a:pt x="768" y="1204"/>
                </a:lnTo>
                <a:lnTo>
                  <a:pt x="869" y="1103"/>
                </a:lnTo>
                <a:lnTo>
                  <a:pt x="1315" y="657"/>
                </a:lnTo>
                <a:lnTo>
                  <a:pt x="657" y="0"/>
                </a:lnTo>
                <a:close/>
              </a:path>
            </a:pathLst>
          </a:custGeom>
          <a:gradFill>
            <a:gsLst>
              <a:gs pos="0">
                <a:srgbClr val="63E6E1"/>
              </a:gs>
              <a:gs pos="100000">
                <a:srgbClr val="1A3BC6"/>
              </a:gs>
            </a:gsLst>
            <a:lin ang="2700000" scaled="0"/>
          </a:gradFill>
          <a:ln>
            <a:noFill/>
          </a:ln>
          <a:effectLst>
            <a:outerShdw blurRad="139700" dist="38100" dir="2700000" algn="tl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9" name="任意多边形 88"/>
          <p:cNvSpPr/>
          <p:nvPr>
            <p:custDataLst>
              <p:tags r:id="rId4"/>
            </p:custDataLst>
          </p:nvPr>
        </p:nvSpPr>
        <p:spPr bwMode="auto">
          <a:xfrm>
            <a:off x="5739792" y="3294029"/>
            <a:ext cx="2199124" cy="2197451"/>
          </a:xfrm>
          <a:custGeom>
            <a:avLst/>
            <a:gdLst>
              <a:gd name="T0" fmla="*/ 315 w 1315"/>
              <a:gd name="T1" fmla="*/ 546 h 1314"/>
              <a:gd name="T2" fmla="*/ 212 w 1315"/>
              <a:gd name="T3" fmla="*/ 445 h 1314"/>
              <a:gd name="T4" fmla="*/ 445 w 1315"/>
              <a:gd name="T5" fmla="*/ 214 h 1314"/>
              <a:gd name="T6" fmla="*/ 546 w 1315"/>
              <a:gd name="T7" fmla="*/ 110 h 1314"/>
              <a:gd name="T8" fmla="*/ 657 w 1315"/>
              <a:gd name="T9" fmla="*/ 0 h 1314"/>
              <a:gd name="T10" fmla="*/ 768 w 1315"/>
              <a:gd name="T11" fmla="*/ 110 h 1314"/>
              <a:gd name="T12" fmla="*/ 665 w 1315"/>
              <a:gd name="T13" fmla="*/ 214 h 1314"/>
              <a:gd name="T14" fmla="*/ 657 w 1315"/>
              <a:gd name="T15" fmla="*/ 204 h 1314"/>
              <a:gd name="T16" fmla="*/ 650 w 1315"/>
              <a:gd name="T17" fmla="*/ 214 h 1314"/>
              <a:gd name="T18" fmla="*/ 546 w 1315"/>
              <a:gd name="T19" fmla="*/ 315 h 1314"/>
              <a:gd name="T20" fmla="*/ 315 w 1315"/>
              <a:gd name="T21" fmla="*/ 546 h 1314"/>
              <a:gd name="T22" fmla="*/ 869 w 1315"/>
              <a:gd name="T23" fmla="*/ 214 h 1314"/>
              <a:gd name="T24" fmla="*/ 768 w 1315"/>
              <a:gd name="T25" fmla="*/ 315 h 1314"/>
              <a:gd name="T26" fmla="*/ 1110 w 1315"/>
              <a:gd name="T27" fmla="*/ 657 h 1314"/>
              <a:gd name="T28" fmla="*/ 657 w 1315"/>
              <a:gd name="T29" fmla="*/ 1109 h 1314"/>
              <a:gd name="T30" fmla="*/ 315 w 1315"/>
              <a:gd name="T31" fmla="*/ 767 h 1314"/>
              <a:gd name="T32" fmla="*/ 212 w 1315"/>
              <a:gd name="T33" fmla="*/ 664 h 1314"/>
              <a:gd name="T34" fmla="*/ 204 w 1315"/>
              <a:gd name="T35" fmla="*/ 657 h 1314"/>
              <a:gd name="T36" fmla="*/ 212 w 1315"/>
              <a:gd name="T37" fmla="*/ 649 h 1314"/>
              <a:gd name="T38" fmla="*/ 111 w 1315"/>
              <a:gd name="T39" fmla="*/ 546 h 1314"/>
              <a:gd name="T40" fmla="*/ 0 w 1315"/>
              <a:gd name="T41" fmla="*/ 657 h 1314"/>
              <a:gd name="T42" fmla="*/ 111 w 1315"/>
              <a:gd name="T43" fmla="*/ 767 h 1314"/>
              <a:gd name="T44" fmla="*/ 212 w 1315"/>
              <a:gd name="T45" fmla="*/ 869 h 1314"/>
              <a:gd name="T46" fmla="*/ 657 w 1315"/>
              <a:gd name="T47" fmla="*/ 1314 h 1314"/>
              <a:gd name="T48" fmla="*/ 1315 w 1315"/>
              <a:gd name="T49" fmla="*/ 657 h 1314"/>
              <a:gd name="T50" fmla="*/ 869 w 1315"/>
              <a:gd name="T51" fmla="*/ 214 h 1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15" h="1314">
                <a:moveTo>
                  <a:pt x="315" y="546"/>
                </a:moveTo>
                <a:lnTo>
                  <a:pt x="212" y="445"/>
                </a:lnTo>
                <a:lnTo>
                  <a:pt x="445" y="214"/>
                </a:lnTo>
                <a:lnTo>
                  <a:pt x="546" y="110"/>
                </a:lnTo>
                <a:lnTo>
                  <a:pt x="657" y="0"/>
                </a:lnTo>
                <a:lnTo>
                  <a:pt x="768" y="110"/>
                </a:lnTo>
                <a:lnTo>
                  <a:pt x="665" y="214"/>
                </a:lnTo>
                <a:lnTo>
                  <a:pt x="657" y="204"/>
                </a:lnTo>
                <a:lnTo>
                  <a:pt x="650" y="214"/>
                </a:lnTo>
                <a:lnTo>
                  <a:pt x="546" y="315"/>
                </a:lnTo>
                <a:lnTo>
                  <a:pt x="315" y="546"/>
                </a:lnTo>
                <a:close/>
                <a:moveTo>
                  <a:pt x="869" y="214"/>
                </a:moveTo>
                <a:lnTo>
                  <a:pt x="768" y="315"/>
                </a:lnTo>
                <a:lnTo>
                  <a:pt x="1110" y="657"/>
                </a:lnTo>
                <a:lnTo>
                  <a:pt x="657" y="1109"/>
                </a:lnTo>
                <a:lnTo>
                  <a:pt x="315" y="767"/>
                </a:lnTo>
                <a:lnTo>
                  <a:pt x="212" y="664"/>
                </a:lnTo>
                <a:lnTo>
                  <a:pt x="204" y="657"/>
                </a:lnTo>
                <a:lnTo>
                  <a:pt x="212" y="649"/>
                </a:lnTo>
                <a:lnTo>
                  <a:pt x="111" y="546"/>
                </a:lnTo>
                <a:lnTo>
                  <a:pt x="0" y="657"/>
                </a:lnTo>
                <a:lnTo>
                  <a:pt x="111" y="767"/>
                </a:lnTo>
                <a:lnTo>
                  <a:pt x="212" y="869"/>
                </a:lnTo>
                <a:lnTo>
                  <a:pt x="657" y="1314"/>
                </a:lnTo>
                <a:lnTo>
                  <a:pt x="1315" y="657"/>
                </a:lnTo>
                <a:lnTo>
                  <a:pt x="869" y="214"/>
                </a:lnTo>
                <a:close/>
              </a:path>
            </a:pathLst>
          </a:custGeom>
          <a:solidFill>
            <a:srgbClr val="40A693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90" name="任意多边形 89"/>
          <p:cNvSpPr/>
          <p:nvPr>
            <p:custDataLst>
              <p:tags r:id="rId5"/>
            </p:custDataLst>
          </p:nvPr>
        </p:nvSpPr>
        <p:spPr bwMode="auto">
          <a:xfrm>
            <a:off x="4253083" y="3294031"/>
            <a:ext cx="2199124" cy="2197451"/>
          </a:xfrm>
          <a:custGeom>
            <a:avLst/>
            <a:gdLst>
              <a:gd name="T0" fmla="*/ 1315 w 1315"/>
              <a:gd name="T1" fmla="*/ 657 h 1314"/>
              <a:gd name="T2" fmla="*/ 1204 w 1315"/>
              <a:gd name="T3" fmla="*/ 767 h 1314"/>
              <a:gd name="T4" fmla="*/ 1101 w 1315"/>
              <a:gd name="T5" fmla="*/ 664 h 1314"/>
              <a:gd name="T6" fmla="*/ 1111 w 1315"/>
              <a:gd name="T7" fmla="*/ 657 h 1314"/>
              <a:gd name="T8" fmla="*/ 1101 w 1315"/>
              <a:gd name="T9" fmla="*/ 649 h 1314"/>
              <a:gd name="T10" fmla="*/ 1000 w 1315"/>
              <a:gd name="T11" fmla="*/ 546 h 1314"/>
              <a:gd name="T12" fmla="*/ 769 w 1315"/>
              <a:gd name="T13" fmla="*/ 315 h 1314"/>
              <a:gd name="T14" fmla="*/ 870 w 1315"/>
              <a:gd name="T15" fmla="*/ 214 h 1314"/>
              <a:gd name="T16" fmla="*/ 1101 w 1315"/>
              <a:gd name="T17" fmla="*/ 445 h 1314"/>
              <a:gd name="T18" fmla="*/ 1204 w 1315"/>
              <a:gd name="T19" fmla="*/ 546 h 1314"/>
              <a:gd name="T20" fmla="*/ 1315 w 1315"/>
              <a:gd name="T21" fmla="*/ 657 h 1314"/>
              <a:gd name="T22" fmla="*/ 658 w 1315"/>
              <a:gd name="T23" fmla="*/ 1109 h 1314"/>
              <a:gd name="T24" fmla="*/ 205 w 1315"/>
              <a:gd name="T25" fmla="*/ 657 h 1314"/>
              <a:gd name="T26" fmla="*/ 547 w 1315"/>
              <a:gd name="T27" fmla="*/ 315 h 1314"/>
              <a:gd name="T28" fmla="*/ 650 w 1315"/>
              <a:gd name="T29" fmla="*/ 214 h 1314"/>
              <a:gd name="T30" fmla="*/ 658 w 1315"/>
              <a:gd name="T31" fmla="*/ 204 h 1314"/>
              <a:gd name="T32" fmla="*/ 665 w 1315"/>
              <a:gd name="T33" fmla="*/ 214 h 1314"/>
              <a:gd name="T34" fmla="*/ 769 w 1315"/>
              <a:gd name="T35" fmla="*/ 110 h 1314"/>
              <a:gd name="T36" fmla="*/ 658 w 1315"/>
              <a:gd name="T37" fmla="*/ 0 h 1314"/>
              <a:gd name="T38" fmla="*/ 547 w 1315"/>
              <a:gd name="T39" fmla="*/ 110 h 1314"/>
              <a:gd name="T40" fmla="*/ 446 w 1315"/>
              <a:gd name="T41" fmla="*/ 214 h 1314"/>
              <a:gd name="T42" fmla="*/ 0 w 1315"/>
              <a:gd name="T43" fmla="*/ 657 h 1314"/>
              <a:gd name="T44" fmla="*/ 658 w 1315"/>
              <a:gd name="T45" fmla="*/ 1314 h 1314"/>
              <a:gd name="T46" fmla="*/ 1101 w 1315"/>
              <a:gd name="T47" fmla="*/ 869 h 1314"/>
              <a:gd name="T48" fmla="*/ 1000 w 1315"/>
              <a:gd name="T49" fmla="*/ 767 h 1314"/>
              <a:gd name="T50" fmla="*/ 658 w 1315"/>
              <a:gd name="T51" fmla="*/ 1109 h 1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15" h="1314">
                <a:moveTo>
                  <a:pt x="1315" y="657"/>
                </a:moveTo>
                <a:lnTo>
                  <a:pt x="1204" y="767"/>
                </a:lnTo>
                <a:lnTo>
                  <a:pt x="1101" y="664"/>
                </a:lnTo>
                <a:lnTo>
                  <a:pt x="1111" y="657"/>
                </a:lnTo>
                <a:lnTo>
                  <a:pt x="1101" y="649"/>
                </a:lnTo>
                <a:lnTo>
                  <a:pt x="1000" y="546"/>
                </a:lnTo>
                <a:lnTo>
                  <a:pt x="769" y="315"/>
                </a:lnTo>
                <a:lnTo>
                  <a:pt x="870" y="214"/>
                </a:lnTo>
                <a:lnTo>
                  <a:pt x="1101" y="445"/>
                </a:lnTo>
                <a:lnTo>
                  <a:pt x="1204" y="546"/>
                </a:lnTo>
                <a:lnTo>
                  <a:pt x="1315" y="657"/>
                </a:lnTo>
                <a:close/>
                <a:moveTo>
                  <a:pt x="658" y="1109"/>
                </a:moveTo>
                <a:lnTo>
                  <a:pt x="205" y="657"/>
                </a:lnTo>
                <a:lnTo>
                  <a:pt x="547" y="315"/>
                </a:lnTo>
                <a:lnTo>
                  <a:pt x="650" y="214"/>
                </a:lnTo>
                <a:lnTo>
                  <a:pt x="658" y="204"/>
                </a:lnTo>
                <a:lnTo>
                  <a:pt x="665" y="214"/>
                </a:lnTo>
                <a:lnTo>
                  <a:pt x="769" y="110"/>
                </a:lnTo>
                <a:lnTo>
                  <a:pt x="658" y="0"/>
                </a:lnTo>
                <a:lnTo>
                  <a:pt x="547" y="110"/>
                </a:lnTo>
                <a:lnTo>
                  <a:pt x="446" y="214"/>
                </a:lnTo>
                <a:lnTo>
                  <a:pt x="0" y="657"/>
                </a:lnTo>
                <a:lnTo>
                  <a:pt x="658" y="1314"/>
                </a:lnTo>
                <a:lnTo>
                  <a:pt x="1101" y="869"/>
                </a:lnTo>
                <a:lnTo>
                  <a:pt x="1000" y="767"/>
                </a:lnTo>
                <a:lnTo>
                  <a:pt x="658" y="1109"/>
                </a:lnTo>
                <a:close/>
              </a:path>
            </a:pathLst>
          </a:custGeom>
          <a:solidFill>
            <a:srgbClr val="5268A5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91" name="流程图: 联系 90"/>
          <p:cNvSpPr/>
          <p:nvPr>
            <p:custDataLst>
              <p:tags r:id="rId6"/>
            </p:custDataLst>
          </p:nvPr>
        </p:nvSpPr>
        <p:spPr bwMode="auto">
          <a:xfrm>
            <a:off x="9209308" y="1614901"/>
            <a:ext cx="673069" cy="673069"/>
          </a:xfrm>
          <a:prstGeom prst="flowChartConnector">
            <a:avLst/>
          </a:prstGeom>
          <a:gradFill>
            <a:gsLst>
              <a:gs pos="0">
                <a:srgbClr val="63E6E1"/>
              </a:gs>
              <a:gs pos="100000">
                <a:srgbClr val="1A3BC6"/>
              </a:gs>
            </a:gsLst>
            <a:lin ang="2700000" scaled="0"/>
          </a:gradFill>
          <a:ln>
            <a:noFill/>
          </a:ln>
          <a:effectLst>
            <a:outerShdw blurRad="139700" dist="38100" dir="2700000" algn="tl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" name="流程图: 联系 91"/>
          <p:cNvSpPr/>
          <p:nvPr>
            <p:custDataLst>
              <p:tags r:id="rId7"/>
            </p:custDataLst>
          </p:nvPr>
        </p:nvSpPr>
        <p:spPr>
          <a:xfrm>
            <a:off x="9188876" y="3874260"/>
            <a:ext cx="673069" cy="673069"/>
          </a:xfrm>
          <a:prstGeom prst="flowChartConnector">
            <a:avLst/>
          </a:prstGeom>
          <a:solidFill>
            <a:srgbClr val="40A69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/>
          </a:p>
        </p:txBody>
      </p:sp>
      <p:sp>
        <p:nvSpPr>
          <p:cNvPr id="95" name="任意多边形 94"/>
          <p:cNvSpPr/>
          <p:nvPr>
            <p:custDataLst>
              <p:tags r:id="rId8"/>
            </p:custDataLst>
          </p:nvPr>
        </p:nvSpPr>
        <p:spPr bwMode="auto">
          <a:xfrm>
            <a:off x="9388939" y="4143514"/>
            <a:ext cx="293939" cy="264728"/>
          </a:xfrm>
          <a:custGeom>
            <a:avLst/>
            <a:gdLst>
              <a:gd name="T0" fmla="*/ 0 w 161"/>
              <a:gd name="T1" fmla="*/ 62 h 145"/>
              <a:gd name="T2" fmla="*/ 0 w 161"/>
              <a:gd name="T3" fmla="*/ 145 h 145"/>
              <a:gd name="T4" fmla="*/ 31 w 161"/>
              <a:gd name="T5" fmla="*/ 145 h 145"/>
              <a:gd name="T6" fmla="*/ 130 w 161"/>
              <a:gd name="T7" fmla="*/ 145 h 145"/>
              <a:gd name="T8" fmla="*/ 161 w 161"/>
              <a:gd name="T9" fmla="*/ 145 h 145"/>
              <a:gd name="T10" fmla="*/ 161 w 161"/>
              <a:gd name="T11" fmla="*/ 62 h 145"/>
              <a:gd name="T12" fmla="*/ 81 w 161"/>
              <a:gd name="T13" fmla="*/ 0 h 145"/>
              <a:gd name="T14" fmla="*/ 0 w 161"/>
              <a:gd name="T15" fmla="*/ 62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" h="145">
                <a:moveTo>
                  <a:pt x="0" y="62"/>
                </a:moveTo>
                <a:lnTo>
                  <a:pt x="0" y="145"/>
                </a:lnTo>
                <a:lnTo>
                  <a:pt x="31" y="145"/>
                </a:lnTo>
                <a:lnTo>
                  <a:pt x="130" y="145"/>
                </a:lnTo>
                <a:lnTo>
                  <a:pt x="161" y="145"/>
                </a:lnTo>
                <a:lnTo>
                  <a:pt x="161" y="62"/>
                </a:lnTo>
                <a:lnTo>
                  <a:pt x="81" y="0"/>
                </a:lnTo>
                <a:lnTo>
                  <a:pt x="0" y="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</a:p>
        </p:txBody>
      </p:sp>
      <p:sp>
        <p:nvSpPr>
          <p:cNvPr id="96" name="任意多边形 95"/>
          <p:cNvSpPr/>
          <p:nvPr>
            <p:custDataLst>
              <p:tags r:id="rId9"/>
            </p:custDataLst>
          </p:nvPr>
        </p:nvSpPr>
        <p:spPr bwMode="auto">
          <a:xfrm>
            <a:off x="9312259" y="4032146"/>
            <a:ext cx="449123" cy="224563"/>
          </a:xfrm>
          <a:custGeom>
            <a:avLst/>
            <a:gdLst>
              <a:gd name="T0" fmla="*/ 225 w 246"/>
              <a:gd name="T1" fmla="*/ 80 h 123"/>
              <a:gd name="T2" fmla="*/ 225 w 246"/>
              <a:gd name="T3" fmla="*/ 21 h 123"/>
              <a:gd name="T4" fmla="*/ 182 w 246"/>
              <a:gd name="T5" fmla="*/ 21 h 123"/>
              <a:gd name="T6" fmla="*/ 182 w 246"/>
              <a:gd name="T7" fmla="*/ 47 h 123"/>
              <a:gd name="T8" fmla="*/ 123 w 246"/>
              <a:gd name="T9" fmla="*/ 0 h 123"/>
              <a:gd name="T10" fmla="*/ 123 w 246"/>
              <a:gd name="T11" fmla="*/ 0 h 123"/>
              <a:gd name="T12" fmla="*/ 123 w 246"/>
              <a:gd name="T13" fmla="*/ 0 h 123"/>
              <a:gd name="T14" fmla="*/ 123 w 246"/>
              <a:gd name="T15" fmla="*/ 0 h 123"/>
              <a:gd name="T16" fmla="*/ 123 w 246"/>
              <a:gd name="T17" fmla="*/ 0 h 123"/>
              <a:gd name="T18" fmla="*/ 0 w 246"/>
              <a:gd name="T19" fmla="*/ 97 h 123"/>
              <a:gd name="T20" fmla="*/ 21 w 246"/>
              <a:gd name="T21" fmla="*/ 123 h 123"/>
              <a:gd name="T22" fmla="*/ 123 w 246"/>
              <a:gd name="T23" fmla="*/ 42 h 123"/>
              <a:gd name="T24" fmla="*/ 225 w 246"/>
              <a:gd name="T25" fmla="*/ 123 h 123"/>
              <a:gd name="T26" fmla="*/ 246 w 246"/>
              <a:gd name="T27" fmla="*/ 97 h 123"/>
              <a:gd name="T28" fmla="*/ 225 w 246"/>
              <a:gd name="T29" fmla="*/ 8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46" h="123">
                <a:moveTo>
                  <a:pt x="225" y="80"/>
                </a:moveTo>
                <a:lnTo>
                  <a:pt x="225" y="21"/>
                </a:lnTo>
                <a:lnTo>
                  <a:pt x="182" y="21"/>
                </a:lnTo>
                <a:lnTo>
                  <a:pt x="182" y="47"/>
                </a:lnTo>
                <a:lnTo>
                  <a:pt x="123" y="0"/>
                </a:lnTo>
                <a:lnTo>
                  <a:pt x="123" y="0"/>
                </a:lnTo>
                <a:lnTo>
                  <a:pt x="123" y="0"/>
                </a:lnTo>
                <a:lnTo>
                  <a:pt x="123" y="0"/>
                </a:lnTo>
                <a:lnTo>
                  <a:pt x="123" y="0"/>
                </a:lnTo>
                <a:lnTo>
                  <a:pt x="0" y="97"/>
                </a:lnTo>
                <a:lnTo>
                  <a:pt x="21" y="123"/>
                </a:lnTo>
                <a:lnTo>
                  <a:pt x="123" y="42"/>
                </a:lnTo>
                <a:lnTo>
                  <a:pt x="225" y="123"/>
                </a:lnTo>
                <a:lnTo>
                  <a:pt x="246" y="97"/>
                </a:lnTo>
                <a:lnTo>
                  <a:pt x="225" y="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</a:p>
        </p:txBody>
      </p:sp>
      <p:sp>
        <p:nvSpPr>
          <p:cNvPr id="97" name="矩形 96"/>
          <p:cNvSpPr/>
          <p:nvPr>
            <p:custDataLst>
              <p:tags r:id="rId10"/>
            </p:custDataLst>
          </p:nvPr>
        </p:nvSpPr>
        <p:spPr>
          <a:xfrm>
            <a:off x="8379157" y="2680352"/>
            <a:ext cx="2333340" cy="798039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/>
              <a:t>AI</a:t>
            </a:r>
            <a:r>
              <a:rPr lang="zh-CN" altLang="en-US" sz="1400"/>
              <a:t>网关</a:t>
            </a:r>
            <a:endParaRPr lang="zh-CN" altLang="en-US" sz="1400"/>
          </a:p>
          <a:p>
            <a:pPr algn="ctr">
              <a:lnSpc>
                <a:spcPct val="120000"/>
              </a:lnSpc>
            </a:pPr>
            <a:r>
              <a:rPr lang="zh-CN" altLang="en-US" sz="1400"/>
              <a:t>智能文档及会议</a:t>
            </a:r>
            <a:endParaRPr lang="zh-CN" altLang="en-US" sz="1400"/>
          </a:p>
          <a:p>
            <a:pPr algn="ctr">
              <a:lnSpc>
                <a:spcPct val="120000"/>
              </a:lnSpc>
            </a:pPr>
            <a:r>
              <a:rPr lang="zh-CN" altLang="en-US" sz="1400"/>
              <a:t>智能体开发及应用</a:t>
            </a:r>
            <a:endParaRPr lang="zh-CN" altLang="en-US" sz="1400"/>
          </a:p>
        </p:txBody>
      </p:sp>
      <p:sp>
        <p:nvSpPr>
          <p:cNvPr id="98" name="文本框 97"/>
          <p:cNvSpPr txBox="1"/>
          <p:nvPr>
            <p:custDataLst>
              <p:tags r:id="rId11"/>
            </p:custDataLst>
          </p:nvPr>
        </p:nvSpPr>
        <p:spPr>
          <a:xfrm>
            <a:off x="8817543" y="2313241"/>
            <a:ext cx="1415736" cy="338536"/>
          </a:xfrm>
          <a:prstGeom prst="rect">
            <a:avLst/>
          </a:prstGeom>
          <a:noFill/>
        </p:spPr>
        <p:txBody>
          <a:bodyPr wrap="none" lIns="91422" tIns="45711" rIns="91422" bIns="45711">
            <a:normAutofit fontScale="90000"/>
          </a:bodyPr>
          <a:lstStyle/>
          <a:p>
            <a:pPr algn="ctr"/>
            <a:r>
              <a:rPr lang="en-US" altLang="zh-CN" sz="1600" b="1">
                <a:solidFill>
                  <a:srgbClr val="178AA1">
                    <a:lumMod val="100000"/>
                  </a:srgbClr>
                </a:solidFill>
                <a:latin typeface="+mj-lt"/>
                <a:ea typeface="+mj-ea"/>
                <a:cs typeface="+mj-cs"/>
              </a:rPr>
              <a:t>AI</a:t>
            </a:r>
            <a:r>
              <a:rPr lang="zh-CN" altLang="en-US" sz="1600" b="1">
                <a:solidFill>
                  <a:srgbClr val="178AA1">
                    <a:lumMod val="100000"/>
                  </a:srgbClr>
                </a:solidFill>
                <a:latin typeface="+mj-lt"/>
                <a:ea typeface="+mj-ea"/>
                <a:cs typeface="+mj-cs"/>
              </a:rPr>
              <a:t>赛道</a:t>
            </a:r>
            <a:endParaRPr lang="zh-CN" altLang="en-US" sz="1600" b="1">
              <a:solidFill>
                <a:srgbClr val="178AA1">
                  <a:lumMod val="100000"/>
                </a:srgb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9" name="矩形 98"/>
          <p:cNvSpPr/>
          <p:nvPr>
            <p:custDataLst>
              <p:tags r:id="rId12"/>
            </p:custDataLst>
          </p:nvPr>
        </p:nvSpPr>
        <p:spPr>
          <a:xfrm>
            <a:off x="8318832" y="4914440"/>
            <a:ext cx="2333340" cy="798039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/>
              <a:t>智能体成熟度模型评估</a:t>
            </a:r>
            <a:endParaRPr lang="zh-CN" altLang="en-US" sz="1400"/>
          </a:p>
          <a:p>
            <a:pPr algn="ctr">
              <a:lnSpc>
                <a:spcPct val="120000"/>
              </a:lnSpc>
            </a:pPr>
            <a:r>
              <a:rPr lang="zh-CN" altLang="en-US" sz="1400"/>
              <a:t>人工智能风险治理</a:t>
            </a:r>
            <a:endParaRPr lang="zh-CN" altLang="en-US" sz="1400"/>
          </a:p>
          <a:p>
            <a:pPr algn="ctr">
              <a:lnSpc>
                <a:spcPct val="120000"/>
              </a:lnSpc>
            </a:pPr>
            <a:r>
              <a:rPr lang="zh-CN" altLang="en-US" sz="1400"/>
              <a:t>金融相关测评与咨询</a:t>
            </a:r>
            <a:endParaRPr lang="zh-CN" altLang="en-US" sz="1400"/>
          </a:p>
        </p:txBody>
      </p:sp>
      <p:sp>
        <p:nvSpPr>
          <p:cNvPr id="100" name="文本框 99"/>
          <p:cNvSpPr txBox="1"/>
          <p:nvPr>
            <p:custDataLst>
              <p:tags r:id="rId13"/>
            </p:custDataLst>
          </p:nvPr>
        </p:nvSpPr>
        <p:spPr>
          <a:xfrm>
            <a:off x="8817543" y="4547329"/>
            <a:ext cx="1415736" cy="338536"/>
          </a:xfrm>
          <a:prstGeom prst="rect">
            <a:avLst/>
          </a:prstGeom>
          <a:noFill/>
        </p:spPr>
        <p:txBody>
          <a:bodyPr wrap="none" lIns="91422" tIns="45711" rIns="91422" bIns="45711">
            <a:normAutofit fontScale="90000"/>
          </a:bodyPr>
          <a:lstStyle/>
          <a:p>
            <a:pPr algn="ctr"/>
            <a:r>
              <a:rPr lang="zh-CN" altLang="en-US" sz="1600" b="1">
                <a:solidFill>
                  <a:srgbClr val="40A693">
                    <a:lumMod val="100000"/>
                  </a:srgbClr>
                </a:solidFill>
                <a:latin typeface="+mj-lt"/>
                <a:ea typeface="+mj-ea"/>
                <a:cs typeface="+mj-cs"/>
              </a:rPr>
              <a:t>咨询</a:t>
            </a:r>
            <a:r>
              <a:rPr lang="zh-CN" altLang="en-US" sz="1600" b="1">
                <a:solidFill>
                  <a:srgbClr val="40A693">
                    <a:lumMod val="100000"/>
                  </a:srgbClr>
                </a:solidFill>
                <a:latin typeface="+mj-lt"/>
                <a:ea typeface="+mj-ea"/>
                <a:cs typeface="+mj-cs"/>
              </a:rPr>
              <a:t>评估</a:t>
            </a:r>
            <a:endParaRPr lang="zh-CN" altLang="en-US" sz="1600" b="1">
              <a:solidFill>
                <a:srgbClr val="40A693">
                  <a:lumMod val="100000"/>
                </a:srgb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1" name="矩形 100"/>
          <p:cNvSpPr/>
          <p:nvPr>
            <p:custDataLst>
              <p:tags r:id="rId14"/>
            </p:custDataLst>
          </p:nvPr>
        </p:nvSpPr>
        <p:spPr>
          <a:xfrm>
            <a:off x="1530495" y="2656485"/>
            <a:ext cx="2333340" cy="798039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/>
              <a:t>存储介质信息消除系统</a:t>
            </a:r>
            <a:endParaRPr lang="zh-CN" altLang="en-US" sz="1400"/>
          </a:p>
          <a:p>
            <a:pPr algn="ctr">
              <a:lnSpc>
                <a:spcPct val="120000"/>
              </a:lnSpc>
            </a:pPr>
            <a:r>
              <a:rPr lang="zh-CN" altLang="en-US" sz="1400"/>
              <a:t>软件供应链及开源治理</a:t>
            </a:r>
            <a:endParaRPr lang="zh-CN" altLang="en-US" sz="1400"/>
          </a:p>
          <a:p>
            <a:pPr algn="ctr">
              <a:lnSpc>
                <a:spcPct val="120000"/>
              </a:lnSpc>
            </a:pPr>
            <a:r>
              <a:rPr lang="zh-CN" altLang="en-US" sz="1400"/>
              <a:t>安全攻防检测及取证</a:t>
            </a:r>
            <a:endParaRPr lang="zh-CN" altLang="en-US" sz="1400"/>
          </a:p>
        </p:txBody>
      </p:sp>
      <p:sp>
        <p:nvSpPr>
          <p:cNvPr id="102" name="文本框 101"/>
          <p:cNvSpPr txBox="1"/>
          <p:nvPr>
            <p:custDataLst>
              <p:tags r:id="rId15"/>
            </p:custDataLst>
          </p:nvPr>
        </p:nvSpPr>
        <p:spPr>
          <a:xfrm>
            <a:off x="1958721" y="2289374"/>
            <a:ext cx="1415736" cy="338536"/>
          </a:xfrm>
          <a:prstGeom prst="rect">
            <a:avLst/>
          </a:prstGeom>
          <a:noFill/>
        </p:spPr>
        <p:txBody>
          <a:bodyPr wrap="none" lIns="91422" tIns="45711" rIns="91422" bIns="45711">
            <a:normAutofit fontScale="90000"/>
          </a:bodyPr>
          <a:lstStyle/>
          <a:p>
            <a:pPr algn="ctr"/>
            <a:r>
              <a:rPr lang="zh-CN" altLang="en-US" sz="1600" b="1">
                <a:solidFill>
                  <a:srgbClr val="4276AA"/>
                </a:solidFill>
                <a:latin typeface="+mj-lt"/>
                <a:ea typeface="+mj-ea"/>
                <a:cs typeface="+mj-cs"/>
              </a:rPr>
              <a:t>安全</a:t>
            </a:r>
            <a:r>
              <a:rPr lang="zh-CN" altLang="en-US" sz="1600" b="1">
                <a:solidFill>
                  <a:srgbClr val="4276AA"/>
                </a:solidFill>
                <a:latin typeface="+mj-lt"/>
                <a:ea typeface="+mj-ea"/>
                <a:cs typeface="+mj-cs"/>
              </a:rPr>
              <a:t>产品</a:t>
            </a:r>
            <a:endParaRPr lang="zh-CN" altLang="en-US" sz="1600" b="1">
              <a:solidFill>
                <a:srgbClr val="4276AA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3" name="流程图: 联系 102"/>
          <p:cNvSpPr/>
          <p:nvPr>
            <p:custDataLst>
              <p:tags r:id="rId16"/>
            </p:custDataLst>
          </p:nvPr>
        </p:nvSpPr>
        <p:spPr bwMode="auto">
          <a:xfrm>
            <a:off x="2330054" y="1616305"/>
            <a:ext cx="673069" cy="673069"/>
          </a:xfrm>
          <a:prstGeom prst="flowChartConnector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8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406400" dist="1524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lnSpcReduction="10000"/>
          </a:bodyPr>
          <a:lstStyle/>
          <a:p>
            <a:pPr lvl="0" algn="ctr">
              <a:buClrTx/>
              <a:buSzTx/>
              <a:buFontTx/>
            </a:pPr>
            <a:endParaRPr sz="2400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104" name="流程图: 联系 103"/>
          <p:cNvSpPr/>
          <p:nvPr>
            <p:custDataLst>
              <p:tags r:id="rId17"/>
            </p:custDataLst>
          </p:nvPr>
        </p:nvSpPr>
        <p:spPr>
          <a:xfrm>
            <a:off x="2330054" y="3872856"/>
            <a:ext cx="673069" cy="673069"/>
          </a:xfrm>
          <a:prstGeom prst="flowChartConnector">
            <a:avLst/>
          </a:prstGeom>
          <a:solidFill>
            <a:srgbClr val="5268A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/>
          </a:p>
        </p:txBody>
      </p:sp>
      <p:sp>
        <p:nvSpPr>
          <p:cNvPr id="120" name="任意多边形 119"/>
          <p:cNvSpPr/>
          <p:nvPr>
            <p:custDataLst>
              <p:tags r:id="rId18"/>
            </p:custDataLst>
          </p:nvPr>
        </p:nvSpPr>
        <p:spPr bwMode="auto">
          <a:xfrm flipH="1">
            <a:off x="2463724" y="4032220"/>
            <a:ext cx="401135" cy="352142"/>
          </a:xfrm>
          <a:custGeom>
            <a:avLst/>
            <a:gdLst>
              <a:gd name="T0" fmla="*/ 110 w 111"/>
              <a:gd name="T1" fmla="*/ 13 h 97"/>
              <a:gd name="T2" fmla="*/ 101 w 111"/>
              <a:gd name="T3" fmla="*/ 3 h 97"/>
              <a:gd name="T4" fmla="*/ 96 w 111"/>
              <a:gd name="T5" fmla="*/ 3 h 97"/>
              <a:gd name="T6" fmla="*/ 95 w 111"/>
              <a:gd name="T7" fmla="*/ 5 h 97"/>
              <a:gd name="T8" fmla="*/ 92 w 111"/>
              <a:gd name="T9" fmla="*/ 6 h 97"/>
              <a:gd name="T10" fmla="*/ 92 w 111"/>
              <a:gd name="T11" fmla="*/ 6 h 97"/>
              <a:gd name="T12" fmla="*/ 67 w 111"/>
              <a:gd name="T13" fmla="*/ 32 h 97"/>
              <a:gd name="T14" fmla="*/ 66 w 111"/>
              <a:gd name="T15" fmla="*/ 37 h 97"/>
              <a:gd name="T16" fmla="*/ 68 w 111"/>
              <a:gd name="T17" fmla="*/ 41 h 97"/>
              <a:gd name="T18" fmla="*/ 68 w 111"/>
              <a:gd name="T19" fmla="*/ 41 h 97"/>
              <a:gd name="T20" fmla="*/ 69 w 111"/>
              <a:gd name="T21" fmla="*/ 41 h 97"/>
              <a:gd name="T22" fmla="*/ 63 w 111"/>
              <a:gd name="T23" fmla="*/ 46 h 97"/>
              <a:gd name="T24" fmla="*/ 45 w 111"/>
              <a:gd name="T25" fmla="*/ 28 h 97"/>
              <a:gd name="T26" fmla="*/ 39 w 111"/>
              <a:gd name="T27" fmla="*/ 7 h 97"/>
              <a:gd name="T28" fmla="*/ 18 w 111"/>
              <a:gd name="T29" fmla="*/ 1 h 97"/>
              <a:gd name="T30" fmla="*/ 30 w 111"/>
              <a:gd name="T31" fmla="*/ 14 h 97"/>
              <a:gd name="T32" fmla="*/ 27 w 111"/>
              <a:gd name="T33" fmla="*/ 26 h 97"/>
              <a:gd name="T34" fmla="*/ 15 w 111"/>
              <a:gd name="T35" fmla="*/ 29 h 97"/>
              <a:gd name="T36" fmla="*/ 3 w 111"/>
              <a:gd name="T37" fmla="*/ 17 h 97"/>
              <a:gd name="T38" fmla="*/ 9 w 111"/>
              <a:gd name="T39" fmla="*/ 37 h 97"/>
              <a:gd name="T40" fmla="*/ 31 w 111"/>
              <a:gd name="T41" fmla="*/ 43 h 97"/>
              <a:gd name="T42" fmla="*/ 31 w 111"/>
              <a:gd name="T43" fmla="*/ 43 h 97"/>
              <a:gd name="T44" fmla="*/ 48 w 111"/>
              <a:gd name="T45" fmla="*/ 60 h 97"/>
              <a:gd name="T46" fmla="*/ 32 w 111"/>
              <a:gd name="T47" fmla="*/ 78 h 97"/>
              <a:gd name="T48" fmla="*/ 31 w 111"/>
              <a:gd name="T49" fmla="*/ 77 h 97"/>
              <a:gd name="T50" fmla="*/ 26 w 111"/>
              <a:gd name="T51" fmla="*/ 80 h 97"/>
              <a:gd name="T52" fmla="*/ 18 w 111"/>
              <a:gd name="T53" fmla="*/ 93 h 97"/>
              <a:gd name="T54" fmla="*/ 20 w 111"/>
              <a:gd name="T55" fmla="*/ 95 h 97"/>
              <a:gd name="T56" fmla="*/ 33 w 111"/>
              <a:gd name="T57" fmla="*/ 87 h 97"/>
              <a:gd name="T58" fmla="*/ 37 w 111"/>
              <a:gd name="T59" fmla="*/ 83 h 97"/>
              <a:gd name="T60" fmla="*/ 35 w 111"/>
              <a:gd name="T61" fmla="*/ 82 h 97"/>
              <a:gd name="T62" fmla="*/ 53 w 111"/>
              <a:gd name="T63" fmla="*/ 64 h 97"/>
              <a:gd name="T64" fmla="*/ 82 w 111"/>
              <a:gd name="T65" fmla="*/ 93 h 97"/>
              <a:gd name="T66" fmla="*/ 89 w 111"/>
              <a:gd name="T67" fmla="*/ 97 h 97"/>
              <a:gd name="T68" fmla="*/ 96 w 111"/>
              <a:gd name="T69" fmla="*/ 93 h 97"/>
              <a:gd name="T70" fmla="*/ 96 w 111"/>
              <a:gd name="T71" fmla="*/ 79 h 97"/>
              <a:gd name="T72" fmla="*/ 67 w 111"/>
              <a:gd name="T73" fmla="*/ 50 h 97"/>
              <a:gd name="T74" fmla="*/ 72 w 111"/>
              <a:gd name="T75" fmla="*/ 45 h 97"/>
              <a:gd name="T76" fmla="*/ 75 w 111"/>
              <a:gd name="T77" fmla="*/ 47 h 97"/>
              <a:gd name="T78" fmla="*/ 82 w 111"/>
              <a:gd name="T79" fmla="*/ 46 h 97"/>
              <a:gd name="T80" fmla="*/ 106 w 111"/>
              <a:gd name="T81" fmla="*/ 21 h 97"/>
              <a:gd name="T82" fmla="*/ 106 w 111"/>
              <a:gd name="T83" fmla="*/ 20 h 97"/>
              <a:gd name="T84" fmla="*/ 106 w 111"/>
              <a:gd name="T85" fmla="*/ 20 h 97"/>
              <a:gd name="T86" fmla="*/ 107 w 111"/>
              <a:gd name="T87" fmla="*/ 18 h 97"/>
              <a:gd name="T88" fmla="*/ 110 w 111"/>
              <a:gd name="T89" fmla="*/ 18 h 97"/>
              <a:gd name="T90" fmla="*/ 110 w 111"/>
              <a:gd name="T91" fmla="*/ 13 h 97"/>
              <a:gd name="T92" fmla="*/ 90 w 111"/>
              <a:gd name="T93" fmla="*/ 84 h 97"/>
              <a:gd name="T94" fmla="*/ 94 w 111"/>
              <a:gd name="T95" fmla="*/ 87 h 97"/>
              <a:gd name="T96" fmla="*/ 90 w 111"/>
              <a:gd name="T97" fmla="*/ 92 h 97"/>
              <a:gd name="T98" fmla="*/ 86 w 111"/>
              <a:gd name="T99" fmla="*/ 87 h 97"/>
              <a:gd name="T100" fmla="*/ 90 w 111"/>
              <a:gd name="T101" fmla="*/ 84 h 97"/>
              <a:gd name="T102" fmla="*/ 76 w 111"/>
              <a:gd name="T103" fmla="*/ 32 h 97"/>
              <a:gd name="T104" fmla="*/ 74 w 111"/>
              <a:gd name="T105" fmla="*/ 31 h 97"/>
              <a:gd name="T106" fmla="*/ 93 w 111"/>
              <a:gd name="T107" fmla="*/ 13 h 97"/>
              <a:gd name="T108" fmla="*/ 95 w 111"/>
              <a:gd name="T109" fmla="*/ 14 h 97"/>
              <a:gd name="T110" fmla="*/ 76 w 111"/>
              <a:gd name="T111" fmla="*/ 32 h 97"/>
              <a:gd name="T112" fmla="*/ 76 w 111"/>
              <a:gd name="T113" fmla="*/ 32 h 97"/>
              <a:gd name="T114" fmla="*/ 82 w 111"/>
              <a:gd name="T115" fmla="*/ 39 h 97"/>
              <a:gd name="T116" fmla="*/ 80 w 111"/>
              <a:gd name="T117" fmla="*/ 37 h 97"/>
              <a:gd name="T118" fmla="*/ 99 w 111"/>
              <a:gd name="T119" fmla="*/ 18 h 97"/>
              <a:gd name="T120" fmla="*/ 101 w 111"/>
              <a:gd name="T121" fmla="*/ 20 h 97"/>
              <a:gd name="T122" fmla="*/ 82 w 111"/>
              <a:gd name="T123" fmla="*/ 39 h 97"/>
              <a:gd name="T124" fmla="*/ 82 w 111"/>
              <a:gd name="T125" fmla="*/ 39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" h="97">
                <a:moveTo>
                  <a:pt x="110" y="13"/>
                </a:moveTo>
                <a:cubicBezTo>
                  <a:pt x="101" y="3"/>
                  <a:pt x="101" y="3"/>
                  <a:pt x="101" y="3"/>
                </a:cubicBezTo>
                <a:cubicBezTo>
                  <a:pt x="99" y="1"/>
                  <a:pt x="97" y="1"/>
                  <a:pt x="96" y="3"/>
                </a:cubicBezTo>
                <a:cubicBezTo>
                  <a:pt x="95" y="4"/>
                  <a:pt x="95" y="4"/>
                  <a:pt x="95" y="5"/>
                </a:cubicBezTo>
                <a:cubicBezTo>
                  <a:pt x="94" y="5"/>
                  <a:pt x="93" y="6"/>
                  <a:pt x="92" y="6"/>
                </a:cubicBezTo>
                <a:cubicBezTo>
                  <a:pt x="92" y="6"/>
                  <a:pt x="92" y="6"/>
                  <a:pt x="92" y="6"/>
                </a:cubicBezTo>
                <a:cubicBezTo>
                  <a:pt x="67" y="32"/>
                  <a:pt x="67" y="32"/>
                  <a:pt x="67" y="32"/>
                </a:cubicBezTo>
                <a:cubicBezTo>
                  <a:pt x="67" y="33"/>
                  <a:pt x="67" y="36"/>
                  <a:pt x="66" y="37"/>
                </a:cubicBezTo>
                <a:cubicBezTo>
                  <a:pt x="68" y="41"/>
                  <a:pt x="68" y="41"/>
                  <a:pt x="68" y="41"/>
                </a:cubicBezTo>
                <a:cubicBezTo>
                  <a:pt x="68" y="41"/>
                  <a:pt x="68" y="41"/>
                  <a:pt x="68" y="41"/>
                </a:cubicBezTo>
                <a:cubicBezTo>
                  <a:pt x="69" y="41"/>
                  <a:pt x="69" y="41"/>
                  <a:pt x="69" y="41"/>
                </a:cubicBezTo>
                <a:cubicBezTo>
                  <a:pt x="63" y="46"/>
                  <a:pt x="63" y="46"/>
                  <a:pt x="63" y="46"/>
                </a:cubicBezTo>
                <a:cubicBezTo>
                  <a:pt x="45" y="28"/>
                  <a:pt x="45" y="28"/>
                  <a:pt x="45" y="28"/>
                </a:cubicBezTo>
                <a:cubicBezTo>
                  <a:pt x="47" y="21"/>
                  <a:pt x="45" y="13"/>
                  <a:pt x="39" y="7"/>
                </a:cubicBezTo>
                <a:cubicBezTo>
                  <a:pt x="34" y="1"/>
                  <a:pt x="25" y="0"/>
                  <a:pt x="18" y="1"/>
                </a:cubicBezTo>
                <a:cubicBezTo>
                  <a:pt x="30" y="14"/>
                  <a:pt x="30" y="14"/>
                  <a:pt x="30" y="14"/>
                </a:cubicBezTo>
                <a:cubicBezTo>
                  <a:pt x="27" y="26"/>
                  <a:pt x="27" y="26"/>
                  <a:pt x="27" y="26"/>
                </a:cubicBezTo>
                <a:cubicBezTo>
                  <a:pt x="15" y="29"/>
                  <a:pt x="15" y="29"/>
                  <a:pt x="15" y="29"/>
                </a:cubicBezTo>
                <a:cubicBezTo>
                  <a:pt x="3" y="17"/>
                  <a:pt x="3" y="17"/>
                  <a:pt x="3" y="17"/>
                </a:cubicBezTo>
                <a:cubicBezTo>
                  <a:pt x="0" y="23"/>
                  <a:pt x="3" y="32"/>
                  <a:pt x="9" y="37"/>
                </a:cubicBezTo>
                <a:cubicBezTo>
                  <a:pt x="14" y="43"/>
                  <a:pt x="23" y="46"/>
                  <a:pt x="31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48" y="60"/>
                  <a:pt x="48" y="60"/>
                  <a:pt x="48" y="60"/>
                </a:cubicBezTo>
                <a:cubicBezTo>
                  <a:pt x="32" y="78"/>
                  <a:pt x="32" y="78"/>
                  <a:pt x="32" y="78"/>
                </a:cubicBezTo>
                <a:cubicBezTo>
                  <a:pt x="31" y="77"/>
                  <a:pt x="31" y="77"/>
                  <a:pt x="31" y="77"/>
                </a:cubicBezTo>
                <a:cubicBezTo>
                  <a:pt x="26" y="80"/>
                  <a:pt x="26" y="80"/>
                  <a:pt x="26" y="80"/>
                </a:cubicBezTo>
                <a:cubicBezTo>
                  <a:pt x="18" y="93"/>
                  <a:pt x="18" y="93"/>
                  <a:pt x="18" y="93"/>
                </a:cubicBezTo>
                <a:cubicBezTo>
                  <a:pt x="20" y="95"/>
                  <a:pt x="20" y="95"/>
                  <a:pt x="20" y="95"/>
                </a:cubicBezTo>
                <a:cubicBezTo>
                  <a:pt x="33" y="87"/>
                  <a:pt x="33" y="87"/>
                  <a:pt x="33" y="87"/>
                </a:cubicBezTo>
                <a:cubicBezTo>
                  <a:pt x="37" y="83"/>
                  <a:pt x="37" y="83"/>
                  <a:pt x="37" y="83"/>
                </a:cubicBezTo>
                <a:cubicBezTo>
                  <a:pt x="35" y="82"/>
                  <a:pt x="35" y="82"/>
                  <a:pt x="35" y="82"/>
                </a:cubicBezTo>
                <a:cubicBezTo>
                  <a:pt x="53" y="64"/>
                  <a:pt x="53" y="64"/>
                  <a:pt x="53" y="64"/>
                </a:cubicBezTo>
                <a:cubicBezTo>
                  <a:pt x="82" y="93"/>
                  <a:pt x="82" y="93"/>
                  <a:pt x="82" y="93"/>
                </a:cubicBezTo>
                <a:cubicBezTo>
                  <a:pt x="84" y="96"/>
                  <a:pt x="86" y="97"/>
                  <a:pt x="89" y="97"/>
                </a:cubicBezTo>
                <a:cubicBezTo>
                  <a:pt x="91" y="97"/>
                  <a:pt x="94" y="96"/>
                  <a:pt x="96" y="93"/>
                </a:cubicBezTo>
                <a:cubicBezTo>
                  <a:pt x="101" y="89"/>
                  <a:pt x="101" y="83"/>
                  <a:pt x="96" y="79"/>
                </a:cubicBezTo>
                <a:cubicBezTo>
                  <a:pt x="67" y="50"/>
                  <a:pt x="67" y="50"/>
                  <a:pt x="67" y="50"/>
                </a:cubicBezTo>
                <a:cubicBezTo>
                  <a:pt x="72" y="45"/>
                  <a:pt x="72" y="45"/>
                  <a:pt x="72" y="45"/>
                </a:cubicBezTo>
                <a:cubicBezTo>
                  <a:pt x="75" y="47"/>
                  <a:pt x="75" y="47"/>
                  <a:pt x="75" y="47"/>
                </a:cubicBezTo>
                <a:cubicBezTo>
                  <a:pt x="77" y="46"/>
                  <a:pt x="79" y="46"/>
                  <a:pt x="82" y="46"/>
                </a:cubicBezTo>
                <a:cubicBezTo>
                  <a:pt x="106" y="21"/>
                  <a:pt x="106" y="21"/>
                  <a:pt x="106" y="21"/>
                </a:cubicBezTo>
                <a:cubicBezTo>
                  <a:pt x="106" y="20"/>
                  <a:pt x="106" y="20"/>
                  <a:pt x="106" y="20"/>
                </a:cubicBezTo>
                <a:cubicBezTo>
                  <a:pt x="106" y="20"/>
                  <a:pt x="106" y="20"/>
                  <a:pt x="106" y="20"/>
                </a:cubicBezTo>
                <a:cubicBezTo>
                  <a:pt x="107" y="19"/>
                  <a:pt x="107" y="19"/>
                  <a:pt x="107" y="18"/>
                </a:cubicBezTo>
                <a:cubicBezTo>
                  <a:pt x="109" y="18"/>
                  <a:pt x="110" y="18"/>
                  <a:pt x="110" y="18"/>
                </a:cubicBezTo>
                <a:cubicBezTo>
                  <a:pt x="111" y="16"/>
                  <a:pt x="111" y="14"/>
                  <a:pt x="110" y="13"/>
                </a:cubicBezTo>
                <a:close/>
                <a:moveTo>
                  <a:pt x="90" y="84"/>
                </a:moveTo>
                <a:cubicBezTo>
                  <a:pt x="92" y="84"/>
                  <a:pt x="94" y="86"/>
                  <a:pt x="94" y="87"/>
                </a:cubicBezTo>
                <a:cubicBezTo>
                  <a:pt x="94" y="90"/>
                  <a:pt x="92" y="92"/>
                  <a:pt x="90" y="92"/>
                </a:cubicBezTo>
                <a:cubicBezTo>
                  <a:pt x="87" y="92"/>
                  <a:pt x="86" y="90"/>
                  <a:pt x="86" y="87"/>
                </a:cubicBezTo>
                <a:cubicBezTo>
                  <a:pt x="86" y="86"/>
                  <a:pt x="87" y="84"/>
                  <a:pt x="90" y="84"/>
                </a:cubicBezTo>
                <a:close/>
                <a:moveTo>
                  <a:pt x="76" y="32"/>
                </a:moveTo>
                <a:cubicBezTo>
                  <a:pt x="74" y="31"/>
                  <a:pt x="74" y="31"/>
                  <a:pt x="74" y="31"/>
                </a:cubicBezTo>
                <a:cubicBezTo>
                  <a:pt x="93" y="13"/>
                  <a:pt x="93" y="13"/>
                  <a:pt x="93" y="13"/>
                </a:cubicBezTo>
                <a:cubicBezTo>
                  <a:pt x="95" y="14"/>
                  <a:pt x="95" y="14"/>
                  <a:pt x="95" y="14"/>
                </a:cubicBezTo>
                <a:cubicBezTo>
                  <a:pt x="76" y="32"/>
                  <a:pt x="76" y="32"/>
                  <a:pt x="76" y="32"/>
                </a:cubicBezTo>
                <a:cubicBezTo>
                  <a:pt x="76" y="32"/>
                  <a:pt x="76" y="32"/>
                  <a:pt x="76" y="32"/>
                </a:cubicBezTo>
                <a:close/>
                <a:moveTo>
                  <a:pt x="82" y="39"/>
                </a:moveTo>
                <a:cubicBezTo>
                  <a:pt x="80" y="37"/>
                  <a:pt x="80" y="37"/>
                  <a:pt x="80" y="37"/>
                </a:cubicBezTo>
                <a:cubicBezTo>
                  <a:pt x="99" y="18"/>
                  <a:pt x="99" y="18"/>
                  <a:pt x="99" y="18"/>
                </a:cubicBezTo>
                <a:cubicBezTo>
                  <a:pt x="101" y="20"/>
                  <a:pt x="101" y="20"/>
                  <a:pt x="101" y="20"/>
                </a:cubicBezTo>
                <a:cubicBezTo>
                  <a:pt x="82" y="39"/>
                  <a:pt x="82" y="39"/>
                  <a:pt x="82" y="39"/>
                </a:cubicBezTo>
                <a:cubicBezTo>
                  <a:pt x="82" y="39"/>
                  <a:pt x="82" y="39"/>
                  <a:pt x="82" y="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21" name="矩形 120"/>
          <p:cNvSpPr/>
          <p:nvPr>
            <p:custDataLst>
              <p:tags r:id="rId19"/>
            </p:custDataLst>
          </p:nvPr>
        </p:nvSpPr>
        <p:spPr>
          <a:xfrm>
            <a:off x="1530495" y="4913036"/>
            <a:ext cx="2333340" cy="79803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/>
              <a:t>信创智慧文印管理</a:t>
            </a:r>
            <a:endParaRPr lang="zh-CN" altLang="en-US" sz="1400"/>
          </a:p>
          <a:p>
            <a:pPr algn="ctr">
              <a:lnSpc>
                <a:spcPct val="120000"/>
              </a:lnSpc>
            </a:pPr>
            <a:r>
              <a:rPr lang="en-US" altLang="zh-CN" sz="1400"/>
              <a:t>PDF</a:t>
            </a:r>
            <a:r>
              <a:rPr lang="zh-CN" altLang="en-US" sz="1400"/>
              <a:t>版式阅读与编辑</a:t>
            </a:r>
            <a:endParaRPr lang="zh-CN" altLang="en-US" sz="1400"/>
          </a:p>
          <a:p>
            <a:pPr algn="ctr">
              <a:lnSpc>
                <a:spcPct val="120000"/>
              </a:lnSpc>
            </a:pPr>
            <a:r>
              <a:rPr lang="zh-CN" altLang="en-US" sz="1400"/>
              <a:t>电子签章服务</a:t>
            </a:r>
            <a:endParaRPr lang="zh-CN" altLang="en-US" sz="1400"/>
          </a:p>
          <a:p>
            <a:pPr algn="ctr">
              <a:lnSpc>
                <a:spcPct val="120000"/>
              </a:lnSpc>
            </a:pPr>
            <a:r>
              <a:rPr lang="zh-CN" altLang="en-US" sz="1400"/>
              <a:t>智能文档管理</a:t>
            </a:r>
            <a:endParaRPr lang="zh-CN" altLang="en-US" sz="1400"/>
          </a:p>
          <a:p>
            <a:pPr algn="ctr">
              <a:lnSpc>
                <a:spcPct val="120000"/>
              </a:lnSpc>
            </a:pPr>
            <a:endParaRPr lang="zh-CN" altLang="en-US" sz="1400"/>
          </a:p>
        </p:txBody>
      </p:sp>
      <p:sp>
        <p:nvSpPr>
          <p:cNvPr id="122" name="文本框 121"/>
          <p:cNvSpPr txBox="1"/>
          <p:nvPr>
            <p:custDataLst>
              <p:tags r:id="rId20"/>
            </p:custDataLst>
          </p:nvPr>
        </p:nvSpPr>
        <p:spPr>
          <a:xfrm>
            <a:off x="1958721" y="4545925"/>
            <a:ext cx="1415736" cy="338536"/>
          </a:xfrm>
          <a:prstGeom prst="rect">
            <a:avLst/>
          </a:prstGeom>
          <a:noFill/>
        </p:spPr>
        <p:txBody>
          <a:bodyPr wrap="none" lIns="91422" tIns="45711" rIns="91422" bIns="45711">
            <a:normAutofit fontScale="90000"/>
          </a:bodyPr>
          <a:lstStyle/>
          <a:p>
            <a:pPr algn="ctr"/>
            <a:r>
              <a:rPr lang="zh-CN" altLang="en-US" sz="1600" b="1">
                <a:solidFill>
                  <a:srgbClr val="5268A5">
                    <a:lumMod val="100000"/>
                  </a:srgbClr>
                </a:solidFill>
                <a:latin typeface="+mj-lt"/>
                <a:ea typeface="+mj-ea"/>
                <a:cs typeface="+mj-cs"/>
              </a:rPr>
              <a:t>信创</a:t>
            </a:r>
            <a:r>
              <a:rPr lang="zh-CN" altLang="en-US" sz="1600" b="1">
                <a:solidFill>
                  <a:srgbClr val="5268A5">
                    <a:lumMod val="100000"/>
                  </a:srgbClr>
                </a:solidFill>
                <a:latin typeface="+mj-lt"/>
                <a:ea typeface="+mj-ea"/>
                <a:cs typeface="+mj-cs"/>
              </a:rPr>
              <a:t>办公</a:t>
            </a:r>
            <a:endParaRPr lang="zh-CN" altLang="en-US" sz="1600" b="1">
              <a:solidFill>
                <a:srgbClr val="5268A5">
                  <a:lumMod val="100000"/>
                </a:srgb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19" name="图片 318" descr="343435333332353b333634313634323bb0b2c8ab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463800" y="1758315"/>
            <a:ext cx="394335" cy="394335"/>
          </a:xfrm>
          <a:prstGeom prst="rect">
            <a:avLst/>
          </a:prstGeom>
        </p:spPr>
      </p:pic>
      <p:pic>
        <p:nvPicPr>
          <p:cNvPr id="320" name="图片 319" descr="333437323739363b333530353434303bc8cbb9a4d6c7c4dc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336405" y="1718310"/>
            <a:ext cx="447675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>
            <p:ph type="title"/>
          </p:nvPr>
        </p:nvSpPr>
        <p:spPr>
          <a:xfrm>
            <a:off x="1059250" y="2960691"/>
            <a:ext cx="10073500" cy="1229416"/>
          </a:xfrm>
        </p:spPr>
        <p:txBody>
          <a:bodyPr/>
          <a:lstStyle/>
          <a:p>
            <a:r>
              <a:rPr>
                <a:latin typeface="Microsoft YaHei Bold"/>
                <a:ea typeface="Microsoft YaHei Bold"/>
                <a:cs typeface="Microsoft YaHei Bold"/>
              </a:rPr>
              <a:t>成功</a:t>
            </a:r>
            <a:r>
              <a:rPr>
                <a:latin typeface="Microsoft YaHei Bold"/>
                <a:ea typeface="Microsoft YaHei Bold"/>
                <a:cs typeface="Microsoft YaHei Bold"/>
              </a:rPr>
              <a:t>案例</a:t>
            </a:r>
            <a:endParaRPr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idx="13"/>
          </p:nvPr>
        </p:nvSpPr>
        <p:spPr>
          <a:xfrm>
            <a:off x="3886200" y="1696200"/>
            <a:ext cx="4419600" cy="1224000"/>
          </a:xfrm>
        </p:spPr>
        <p:txBody>
          <a:bodyPr>
            <a:normAutofit lnSpcReduction="10000"/>
          </a:bodyPr>
          <a:lstStyle/>
          <a:p>
            <a:r>
              <a:rPr>
                <a:latin typeface="Microsoft YaHei Bold"/>
                <a:ea typeface="Microsoft YaHei Bold"/>
                <a:cs typeface="Microsoft YaHei Bold"/>
              </a:rPr>
              <a:t>0</a:t>
            </a:r>
            <a:r>
              <a:rPr>
                <a:latin typeface="Microsoft YaHei Bold"/>
                <a:ea typeface="Microsoft YaHei Bold"/>
                <a:cs typeface="Microsoft YaHei Bold"/>
              </a:rPr>
              <a:t>3</a:t>
            </a:r>
            <a:endParaRPr>
              <a:latin typeface="Microsoft YaHei Bold"/>
              <a:ea typeface="Microsoft YaHei Bold"/>
              <a:cs typeface="Microsoft YaHei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" name="圆角矩形 108"/>
          <p:cNvSpPr>
            <a:spLocks noGrp="1"/>
          </p:cNvSpPr>
          <p:nvPr/>
        </p:nvSpPr>
        <p:spPr>
          <a:xfrm>
            <a:off x="263525" y="1151255"/>
            <a:ext cx="4479925" cy="5003165"/>
          </a:xfrm>
          <a:prstGeom prst="roundRect">
            <a:avLst>
              <a:gd name="adj" fmla="val 4291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620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540000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132080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合作</a:t>
            </a:r>
            <a:r>
              <a:rPr sz="2600">
                <a:solidFill>
                  <a:srgbClr val="1A3BC6"/>
                </a:solidFill>
              </a:rPr>
              <a:t>客户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12" name="弧形 111"/>
          <p:cNvSpPr>
            <a:spLocks noGrp="1"/>
          </p:cNvSpPr>
          <p:nvPr/>
        </p:nvSpPr>
        <p:spPr>
          <a:xfrm rot="3600000">
            <a:off x="11804328" y="10252302"/>
            <a:ext cx="1686077" cy="1686077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pic>
        <p:nvPicPr>
          <p:cNvPr id="134" name="图片 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0960" y="4678045"/>
            <a:ext cx="2826385" cy="1047750"/>
          </a:xfrm>
          <a:prstGeom prst="rect">
            <a:avLst/>
          </a:prstGeom>
        </p:spPr>
      </p:pic>
      <p:pic>
        <p:nvPicPr>
          <p:cNvPr id="135" name="图片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460" y="4610735"/>
            <a:ext cx="2391410" cy="886460"/>
          </a:xfrm>
          <a:prstGeom prst="rect">
            <a:avLst/>
          </a:prstGeom>
        </p:spPr>
      </p:pic>
      <p:pic>
        <p:nvPicPr>
          <p:cNvPr id="136" name="图片 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807335"/>
            <a:ext cx="2642870" cy="979805"/>
          </a:xfrm>
          <a:prstGeom prst="rect">
            <a:avLst/>
          </a:prstGeom>
        </p:spPr>
      </p:pic>
      <p:pic>
        <p:nvPicPr>
          <p:cNvPr id="137" name="图片 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0960" y="5497195"/>
            <a:ext cx="2826385" cy="1047750"/>
          </a:xfrm>
          <a:prstGeom prst="rect">
            <a:avLst/>
          </a:prstGeom>
        </p:spPr>
      </p:pic>
      <p:pic>
        <p:nvPicPr>
          <p:cNvPr id="138" name="图片 9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0935" y="2167255"/>
            <a:ext cx="1320800" cy="1061085"/>
          </a:xfrm>
          <a:prstGeom prst="rect">
            <a:avLst/>
          </a:prstGeom>
        </p:spPr>
      </p:pic>
      <p:pic>
        <p:nvPicPr>
          <p:cNvPr id="139" name="图片 98"/>
          <p:cNvPicPr>
            <a:picLocks noChangeAspect="1"/>
          </p:cNvPicPr>
          <p:nvPr/>
        </p:nvPicPr>
        <p:blipFill>
          <a:blip r:embed="rId6"/>
          <a:srcRect t="16426" b="27893"/>
          <a:stretch>
            <a:fillRect/>
          </a:stretch>
        </p:blipFill>
        <p:spPr>
          <a:xfrm>
            <a:off x="4932680" y="3735070"/>
            <a:ext cx="3150870" cy="862330"/>
          </a:xfrm>
          <a:prstGeom prst="rect">
            <a:avLst/>
          </a:prstGeom>
        </p:spPr>
      </p:pic>
      <p:pic>
        <p:nvPicPr>
          <p:cNvPr id="140" name="图片 99"/>
          <p:cNvPicPr>
            <a:picLocks noChangeAspect="1"/>
          </p:cNvPicPr>
          <p:nvPr/>
        </p:nvPicPr>
        <p:blipFill>
          <a:blip r:embed="rId7"/>
          <a:srcRect l="12586"/>
          <a:stretch>
            <a:fillRect/>
          </a:stretch>
        </p:blipFill>
        <p:spPr>
          <a:xfrm>
            <a:off x="8418830" y="825500"/>
            <a:ext cx="1508125" cy="1341755"/>
          </a:xfrm>
          <a:prstGeom prst="rect">
            <a:avLst/>
          </a:prstGeom>
        </p:spPr>
      </p:pic>
      <p:pic>
        <p:nvPicPr>
          <p:cNvPr id="141" name="图片 1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506460" y="5600700"/>
            <a:ext cx="2481580" cy="579755"/>
          </a:xfrm>
          <a:prstGeom prst="rect">
            <a:avLst/>
          </a:prstGeom>
          <a:ln>
            <a:noFill/>
          </a:ln>
        </p:spPr>
      </p:pic>
      <p:pic>
        <p:nvPicPr>
          <p:cNvPr id="142" name="图片 10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0985" y="2068195"/>
            <a:ext cx="2172335" cy="767080"/>
          </a:xfrm>
          <a:prstGeom prst="rect">
            <a:avLst/>
          </a:prstGeom>
        </p:spPr>
      </p:pic>
      <p:pic>
        <p:nvPicPr>
          <p:cNvPr id="143" name="图片 102"/>
          <p:cNvPicPr>
            <a:picLocks noChangeAspect="1"/>
          </p:cNvPicPr>
          <p:nvPr/>
        </p:nvPicPr>
        <p:blipFill>
          <a:blip r:embed="rId10"/>
          <a:srcRect t="14230" r="10465" b="8323"/>
          <a:stretch>
            <a:fillRect/>
          </a:stretch>
        </p:blipFill>
        <p:spPr>
          <a:xfrm>
            <a:off x="8110855" y="2167255"/>
            <a:ext cx="1699895" cy="1374140"/>
          </a:xfrm>
          <a:prstGeom prst="rect">
            <a:avLst/>
          </a:prstGeom>
        </p:spPr>
      </p:pic>
      <p:pic>
        <p:nvPicPr>
          <p:cNvPr id="144" name="图片 103"/>
          <p:cNvPicPr>
            <a:picLocks noChangeAspect="1"/>
          </p:cNvPicPr>
          <p:nvPr/>
        </p:nvPicPr>
        <p:blipFill>
          <a:blip r:embed="rId11"/>
          <a:srcRect t="10963" r="11202" b="12037"/>
          <a:stretch>
            <a:fillRect/>
          </a:stretch>
        </p:blipFill>
        <p:spPr>
          <a:xfrm>
            <a:off x="9886950" y="692150"/>
            <a:ext cx="1454785" cy="1320165"/>
          </a:xfrm>
          <a:prstGeom prst="rect">
            <a:avLst/>
          </a:prstGeom>
        </p:spPr>
      </p:pic>
      <p:sp>
        <p:nvSpPr>
          <p:cNvPr id="107" name="直接连接符 106"/>
          <p:cNvSpPr>
            <a:spLocks noGrp="1"/>
          </p:cNvSpPr>
          <p:nvPr/>
        </p:nvSpPr>
        <p:spPr>
          <a:xfrm>
            <a:off x="8111173" y="1448753"/>
            <a:ext cx="0" cy="459232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8" name="文本框 107"/>
          <p:cNvSpPr>
            <a:spLocks noGrp="1"/>
          </p:cNvSpPr>
          <p:nvPr/>
        </p:nvSpPr>
        <p:spPr>
          <a:xfrm>
            <a:off x="411480" y="1443990"/>
            <a:ext cx="4098290" cy="3754755"/>
          </a:xfrm>
          <a:prstGeom prst="rect">
            <a:avLst/>
          </a:prstGeom>
          <a:noFill/>
        </p:spPr>
        <p:txBody>
          <a:bodyPr wrap="square" lIns="90170" tIns="46990" rIns="90170" bIns="46990" anchor="t">
            <a:spAutoFit/>
          </a:bodyPr>
          <a:lstStyle/>
          <a:p>
            <a:pPr marL="285750" indent="-285750" algn="just">
              <a:lnSpc>
                <a:spcPct val="170000"/>
              </a:lnSpc>
              <a:buClr>
                <a:srgbClr val="193BC5"/>
              </a:buClr>
              <a:buSzTx/>
              <a:buFont typeface="Wingdings" panose="05000000000000000000"/>
              <a:buChar char=""/>
            </a:pP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祥云团队核心成员来自华为、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IBM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、红帽等行业资深技术专家组成，平均从业经验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为客户提供专业技术服务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>
              <a:lnSpc>
                <a:spcPct val="170000"/>
              </a:lnSpc>
              <a:buClr>
                <a:srgbClr val="3D785D"/>
              </a:buClr>
              <a:buSzTx/>
              <a:buFont typeface="Wingdings" panose="05000000000000000000"/>
              <a:buChar char=""/>
            </a:pPr>
            <a:endParaRPr sz="1400" u="sng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>
              <a:lnSpc>
                <a:spcPct val="170000"/>
              </a:lnSpc>
              <a:buClr>
                <a:srgbClr val="193BC5"/>
              </a:buClr>
              <a:buSzTx/>
              <a:buFont typeface="Wingdings" panose="05000000000000000000"/>
              <a:buChar char=""/>
            </a:pP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祥云团队凭借技术实力获得客户高度认可，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保障至今超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个项目合格交付，保障系统维护的连续性和稳定性。</a:t>
            </a:r>
            <a:endParaRPr sz="140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>
              <a:lnSpc>
                <a:spcPct val="170000"/>
              </a:lnSpc>
              <a:buClr>
                <a:srgbClr val="3D785D"/>
              </a:buClr>
              <a:buSzTx/>
              <a:buFont typeface="Wingdings" panose="05000000000000000000"/>
              <a:buChar char=""/>
            </a:pPr>
            <a:endParaRPr sz="140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>
              <a:lnSpc>
                <a:spcPct val="170000"/>
              </a:lnSpc>
              <a:buClr>
                <a:srgbClr val="193BC5"/>
              </a:buClr>
              <a:buSzTx/>
              <a:buFont typeface="Wingdings" panose="05000000000000000000"/>
              <a:buChar char=""/>
            </a:pPr>
            <a:r>
              <a:rPr sz="14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在国有银行、股份制商业银行、城市商业银行等提供核心系统维保中获得客户的高度评价。</a:t>
            </a:r>
            <a:endParaRPr sz="140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7" name="Picture 2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pic>
        <p:nvPicPr>
          <p:cNvPr id="148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32145" y="728345"/>
            <a:ext cx="1678940" cy="1236345"/>
          </a:xfrm>
          <a:prstGeom prst="rect">
            <a:avLst/>
          </a:prstGeom>
        </p:spPr>
      </p:pic>
      <p:pic>
        <p:nvPicPr>
          <p:cNvPr id="149" name="图片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11895" y="3498215"/>
            <a:ext cx="2419985" cy="1179830"/>
          </a:xfrm>
          <a:prstGeom prst="rect">
            <a:avLst/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5141595" y="565150"/>
            <a:ext cx="6355080" cy="5808980"/>
          </a:xfrm>
          <a:prstGeom prst="roundRect">
            <a:avLst>
              <a:gd name="adj" fmla="val 4291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6200000" scaled="0"/>
          </a:gradFill>
          <a:ln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5400000"/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39" name="肘形连接符 238"/>
          <p:cNvCxnSpPr/>
          <p:nvPr/>
        </p:nvCxnSpPr>
        <p:spPr>
          <a:xfrm>
            <a:off x="7010400" y="3853180"/>
            <a:ext cx="3285490" cy="986155"/>
          </a:xfrm>
          <a:prstGeom prst="bentConnector3">
            <a:avLst>
              <a:gd name="adj1" fmla="val 52048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cxnSp>
      <p:cxnSp>
        <p:nvCxnSpPr>
          <p:cNvPr id="238" name="肘形连接符 237"/>
          <p:cNvCxnSpPr/>
          <p:nvPr/>
        </p:nvCxnSpPr>
        <p:spPr>
          <a:xfrm rot="10800000" flipV="1">
            <a:off x="2305050" y="3943985"/>
            <a:ext cx="2734945" cy="618490"/>
          </a:xfrm>
          <a:prstGeom prst="bentConnector3">
            <a:avLst>
              <a:gd name="adj1" fmla="val 55955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cxnSp>
      <p:cxnSp>
        <p:nvCxnSpPr>
          <p:cNvPr id="237" name="肘形连接符 236"/>
          <p:cNvCxnSpPr/>
          <p:nvPr/>
        </p:nvCxnSpPr>
        <p:spPr>
          <a:xfrm flipV="1">
            <a:off x="6943090" y="1304925"/>
            <a:ext cx="3238500" cy="2214245"/>
          </a:xfrm>
          <a:prstGeom prst="bentConnector3">
            <a:avLst>
              <a:gd name="adj1" fmla="val 54745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cxnSp>
      <p:cxnSp>
        <p:nvCxnSpPr>
          <p:cNvPr id="236" name="肘形连接符 235"/>
          <p:cNvCxnSpPr>
            <a:stCxn id="235" idx="1"/>
            <a:endCxn id="198" idx="3"/>
          </p:cNvCxnSpPr>
          <p:nvPr/>
        </p:nvCxnSpPr>
        <p:spPr>
          <a:xfrm rot="10800000">
            <a:off x="1971675" y="1060450"/>
            <a:ext cx="3068320" cy="2458720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cxn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92785" y="203168"/>
            <a:ext cx="2839720" cy="491490"/>
          </a:xfr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</a:pPr>
            <a:r>
              <a:rPr sz="1600">
                <a:solidFill>
                  <a:srgbClr val="FFFFFF"/>
                </a:solidFill>
                <a:sym typeface="+mn-ea"/>
              </a:rPr>
              <a:t>合作伙伴产品矩阵</a:t>
            </a:r>
            <a:endParaRPr sz="1600">
              <a:solidFill>
                <a:srgbClr val="FFFFFF"/>
              </a:solidFill>
              <a:sym typeface="+mn-ea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12" name="弧形 111"/>
          <p:cNvSpPr>
            <a:spLocks noGrp="1"/>
          </p:cNvSpPr>
          <p:nvPr/>
        </p:nvSpPr>
        <p:spPr>
          <a:xfrm rot="3600000">
            <a:off x="11804328" y="10252302"/>
            <a:ext cx="1686077" cy="1686077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pic>
        <p:nvPicPr>
          <p:cNvPr id="189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190" name="panel-security"/>
          <p:cNvSpPr>
            <a:spLocks noGrp="1"/>
          </p:cNvSpPr>
          <p:nvPr/>
        </p:nvSpPr>
        <p:spPr>
          <a:xfrm>
            <a:off x="550545" y="714375"/>
            <a:ext cx="4762500" cy="2057400"/>
          </a:xfrm>
          <a:prstGeom prst="roundRect">
            <a:avLst>
              <a:gd name="adj" fmla="val 6250"/>
            </a:avLst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1" name="panel-security-accent"/>
          <p:cNvSpPr>
            <a:spLocks noGrp="1"/>
          </p:cNvSpPr>
          <p:nvPr/>
        </p:nvSpPr>
        <p:spPr>
          <a:xfrm>
            <a:off x="676275" y="904875"/>
            <a:ext cx="76200" cy="33210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2" name="panel-finance"/>
          <p:cNvSpPr>
            <a:spLocks noGrp="1"/>
          </p:cNvSpPr>
          <p:nvPr/>
        </p:nvSpPr>
        <p:spPr>
          <a:xfrm>
            <a:off x="6943090" y="4229100"/>
            <a:ext cx="4762500" cy="2133600"/>
          </a:xfrm>
          <a:prstGeom prst="roundRect">
            <a:avLst>
              <a:gd name="adj" fmla="val 6250"/>
            </a:avLst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3" name="panel-finance-accent"/>
          <p:cNvSpPr>
            <a:spLocks noGrp="1"/>
          </p:cNvSpPr>
          <p:nvPr/>
        </p:nvSpPr>
        <p:spPr>
          <a:xfrm>
            <a:off x="9724390" y="2149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C7CF6"/>
          </a:solidFill>
          <a:ln w="0">
            <a:solidFill>
              <a:srgbClr val="2C7CF6"/>
            </a:solidFill>
            <a:prstDash val="solid"/>
          </a:ln>
        </p:spPr>
      </p:sp>
      <p:sp>
        <p:nvSpPr>
          <p:cNvPr id="194" name="panel-office"/>
          <p:cNvSpPr>
            <a:spLocks noGrp="1"/>
          </p:cNvSpPr>
          <p:nvPr/>
        </p:nvSpPr>
        <p:spPr>
          <a:xfrm>
            <a:off x="550545" y="4229100"/>
            <a:ext cx="4619625" cy="2087880"/>
          </a:xfrm>
          <a:prstGeom prst="roundRect">
            <a:avLst>
              <a:gd name="adj" fmla="val 6195"/>
            </a:avLst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5" name="panel-office-accent"/>
          <p:cNvSpPr>
            <a:spLocks noGrp="1"/>
          </p:cNvSpPr>
          <p:nvPr/>
        </p:nvSpPr>
        <p:spPr>
          <a:xfrm>
            <a:off x="666750" y="4391025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6" name="panel-ai"/>
          <p:cNvSpPr>
            <a:spLocks noGrp="1"/>
          </p:cNvSpPr>
          <p:nvPr/>
        </p:nvSpPr>
        <p:spPr>
          <a:xfrm>
            <a:off x="6866890" y="714375"/>
            <a:ext cx="4762500" cy="2152650"/>
          </a:xfrm>
          <a:prstGeom prst="roundRect">
            <a:avLst>
              <a:gd name="adj" fmla="val 6195"/>
            </a:avLst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7" name="panel-ai-accent"/>
          <p:cNvSpPr>
            <a:spLocks noGrp="1"/>
          </p:cNvSpPr>
          <p:nvPr/>
        </p:nvSpPr>
        <p:spPr>
          <a:xfrm>
            <a:off x="7009130" y="847725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8" name="category-安全"/>
          <p:cNvSpPr>
            <a:spLocks noGrp="1"/>
          </p:cNvSpPr>
          <p:nvPr/>
        </p:nvSpPr>
        <p:spPr>
          <a:xfrm>
            <a:off x="771525" y="866775"/>
            <a:ext cx="1200150" cy="387350"/>
          </a:xfrm>
          <a:prstGeom prst="roundRect">
            <a:avLst>
              <a:gd name="adj" fmla="val 28571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</a:pPr>
            <a:r>
              <a:rPr sz="1600" b="1">
                <a:solidFill>
                  <a:srgbClr val="FFFFFF"/>
                </a:solidFill>
                <a:sym typeface="+mn-ea"/>
              </a:rPr>
              <a:t>安全  </a:t>
            </a:r>
            <a:endParaRPr sz="1600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199" name="category-金融"/>
          <p:cNvSpPr>
            <a:spLocks noGrp="1"/>
          </p:cNvSpPr>
          <p:nvPr/>
        </p:nvSpPr>
        <p:spPr>
          <a:xfrm>
            <a:off x="7152005" y="4368800"/>
            <a:ext cx="1200150" cy="400050"/>
          </a:xfrm>
          <a:prstGeom prst="roundRect">
            <a:avLst>
              <a:gd name="adj" fmla="val 28571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</a:pPr>
            <a:r>
              <a:rPr sz="1600" b="1">
                <a:solidFill>
                  <a:srgbClr val="FFFFFF"/>
                </a:solidFill>
                <a:sym typeface="+mn-ea"/>
              </a:rPr>
              <a:t>金融  </a:t>
            </a:r>
            <a:endParaRPr sz="1600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200" name="category-办公软件"/>
          <p:cNvSpPr>
            <a:spLocks noGrp="1"/>
          </p:cNvSpPr>
          <p:nvPr/>
        </p:nvSpPr>
        <p:spPr>
          <a:xfrm>
            <a:off x="741045" y="4352925"/>
            <a:ext cx="1524000" cy="400050"/>
          </a:xfrm>
          <a:prstGeom prst="roundRect">
            <a:avLst>
              <a:gd name="adj" fmla="val 28571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</a:pPr>
            <a:r>
              <a:rPr sz="1600" b="1">
                <a:solidFill>
                  <a:srgbClr val="FFFFFF"/>
                </a:solidFill>
                <a:sym typeface="+mn-ea"/>
              </a:rPr>
              <a:t>办公软件  </a:t>
            </a:r>
            <a:endParaRPr sz="1600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201" name="category-AI"/>
          <p:cNvSpPr>
            <a:spLocks noGrp="1"/>
          </p:cNvSpPr>
          <p:nvPr/>
        </p:nvSpPr>
        <p:spPr>
          <a:xfrm>
            <a:off x="7085330" y="809625"/>
            <a:ext cx="1200150" cy="400050"/>
          </a:xfrm>
          <a:prstGeom prst="roundRect">
            <a:avLst>
              <a:gd name="adj" fmla="val 28571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</a:pPr>
            <a:r>
              <a:rPr sz="1600" b="1">
                <a:solidFill>
                  <a:srgbClr val="FFFFFF"/>
                </a:solidFill>
                <a:sym typeface="+mn-ea"/>
              </a:rPr>
              <a:t>AI  </a:t>
            </a:r>
            <a:endParaRPr sz="1600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202" name="partner-安博通"/>
          <p:cNvSpPr>
            <a:spLocks noGrp="1"/>
          </p:cNvSpPr>
          <p:nvPr/>
        </p:nvSpPr>
        <p:spPr>
          <a:xfrm>
            <a:off x="781050" y="1381125"/>
            <a:ext cx="1352550" cy="59055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3" name="company-安博通"/>
          <p:cNvSpPr>
            <a:spLocks noGrp="1"/>
          </p:cNvSpPr>
          <p:nvPr/>
        </p:nvSpPr>
        <p:spPr>
          <a:xfrm>
            <a:off x="895350" y="1447800"/>
            <a:ext cx="1123950" cy="1847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 algn="l">
              <a:defRPr sz="1125" b="1">
                <a:solidFill>
                  <a:srgbClr val="18B7C5"/>
                </a:solidFill>
              </a:defRPr>
            </a:defPPr>
          </a:lstStyle>
          <a:p>
            <a:pPr lvl="0" algn="l">
              <a:buClrTx/>
              <a:buSzTx/>
              <a:buFontTx/>
            </a:pPr>
            <a:r>
              <a:rPr sz="1200" b="1" spc="100">
                <a:solidFill>
                  <a:schemeClr val="accent1"/>
                </a:solidFill>
                <a:ea typeface="+mn-lt"/>
                <a:cs typeface="+mn-lt"/>
                <a:sym typeface="+mn-ea"/>
              </a:rPr>
              <a:t>安博通</a:t>
            </a:r>
            <a:endParaRPr sz="1200" b="1" spc="100">
              <a:solidFill>
                <a:schemeClr val="accent1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204" name="detail-安博通"/>
          <p:cNvSpPr>
            <a:spLocks noGrp="1"/>
          </p:cNvSpPr>
          <p:nvPr/>
        </p:nvSpPr>
        <p:spPr>
          <a:xfrm>
            <a:off x="895350" y="1647825"/>
            <a:ext cx="1123950" cy="2768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65" b="0">
                <a:solidFill>
                  <a:srgbClr val="17325C"/>
                </a:solidFill>
              </a:defRPr>
            </a:defPPr>
          </a:lstStyle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云网策略可视化</a:t>
            </a:r>
            <a:endParaRPr sz="865" b="0">
              <a:solidFill>
                <a:srgbClr val="17325C"/>
              </a:solidFill>
            </a:endParaRPr>
          </a:p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IT 安全运维</a:t>
            </a:r>
            <a:endParaRPr sz="865" b="0">
              <a:solidFill>
                <a:srgbClr val="17325C"/>
              </a:solidFill>
            </a:endParaRPr>
          </a:p>
        </p:txBody>
      </p:sp>
      <p:sp>
        <p:nvSpPr>
          <p:cNvPr id="205" name="partner-国密蓝盾"/>
          <p:cNvSpPr>
            <a:spLocks noGrp="1"/>
          </p:cNvSpPr>
          <p:nvPr/>
        </p:nvSpPr>
        <p:spPr>
          <a:xfrm>
            <a:off x="2247900" y="1381125"/>
            <a:ext cx="1352550" cy="59055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6" name="company-国密蓝盾"/>
          <p:cNvSpPr>
            <a:spLocks noGrp="1"/>
          </p:cNvSpPr>
          <p:nvPr/>
        </p:nvSpPr>
        <p:spPr>
          <a:xfrm>
            <a:off x="2362200" y="1447800"/>
            <a:ext cx="1123950" cy="1847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 algn="l">
              <a:defRPr sz="1125" b="1">
                <a:solidFill>
                  <a:srgbClr val="18B7C5"/>
                </a:solidFill>
              </a:defRPr>
            </a:defPPr>
          </a:lstStyle>
          <a:p>
            <a:pPr lvl="0" algn="l">
              <a:buClrTx/>
              <a:buSzTx/>
              <a:buFontTx/>
              <a:defRPr sz="1125" b="1">
                <a:solidFill>
                  <a:srgbClr val="18B7C5"/>
                </a:solidFill>
              </a:defRPr>
            </a:pPr>
            <a:r>
              <a:rPr sz="1200" spc="100">
                <a:solidFill>
                  <a:schemeClr val="accent1"/>
                </a:solidFill>
                <a:ea typeface="+mn-lt"/>
                <a:cs typeface="+mn-lt"/>
                <a:sym typeface="+mn-ea"/>
              </a:rPr>
              <a:t>国密蓝盾</a:t>
            </a:r>
            <a:endParaRPr>
              <a:sym typeface="+mn-ea"/>
            </a:endParaRPr>
          </a:p>
        </p:txBody>
      </p:sp>
      <p:sp>
        <p:nvSpPr>
          <p:cNvPr id="207" name="detail-国密蓝盾"/>
          <p:cNvSpPr>
            <a:spLocks noGrp="1"/>
          </p:cNvSpPr>
          <p:nvPr/>
        </p:nvSpPr>
        <p:spPr>
          <a:xfrm>
            <a:off x="2362200" y="1647825"/>
            <a:ext cx="1123950" cy="2768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65" b="0">
                <a:solidFill>
                  <a:srgbClr val="17325C"/>
                </a:solidFill>
              </a:defRPr>
            </a:defPPr>
          </a:lstStyle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介质消除</a:t>
            </a:r>
            <a:endParaRPr sz="865" b="0">
              <a:solidFill>
                <a:srgbClr val="17325C"/>
              </a:solidFill>
            </a:endParaRPr>
          </a:p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涉密与电磁安全</a:t>
            </a:r>
            <a:endParaRPr sz="865" b="0">
              <a:solidFill>
                <a:srgbClr val="17325C"/>
              </a:solidFill>
            </a:endParaRPr>
          </a:p>
        </p:txBody>
      </p:sp>
      <p:sp>
        <p:nvSpPr>
          <p:cNvPr id="208" name="partner-棱镜七彩"/>
          <p:cNvSpPr>
            <a:spLocks noGrp="1"/>
          </p:cNvSpPr>
          <p:nvPr/>
        </p:nvSpPr>
        <p:spPr>
          <a:xfrm>
            <a:off x="3714750" y="1381125"/>
            <a:ext cx="1371600" cy="59055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9" name="company-棱镜七彩"/>
          <p:cNvSpPr>
            <a:spLocks noGrp="1"/>
          </p:cNvSpPr>
          <p:nvPr/>
        </p:nvSpPr>
        <p:spPr>
          <a:xfrm>
            <a:off x="3829050" y="1447800"/>
            <a:ext cx="1143000" cy="1847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 algn="l">
              <a:defRPr sz="1125" b="1">
                <a:solidFill>
                  <a:srgbClr val="18B7C5"/>
                </a:solidFill>
              </a:defRPr>
            </a:defPPr>
          </a:lstStyle>
          <a:p>
            <a:pPr lvl="0" algn="l">
              <a:buClrTx/>
              <a:buSzTx/>
              <a:buFontTx/>
            </a:pPr>
            <a:r>
              <a:rPr sz="1200" b="1" spc="100">
                <a:solidFill>
                  <a:schemeClr val="accent1"/>
                </a:solidFill>
                <a:ea typeface="+mn-lt"/>
                <a:cs typeface="+mn-lt"/>
                <a:sym typeface="+mn-ea"/>
              </a:rPr>
              <a:t>棱镜七彩</a:t>
            </a:r>
            <a:endParaRPr sz="1200" b="1" spc="100">
              <a:solidFill>
                <a:schemeClr val="accent1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210" name="detail-棱镜七彩"/>
          <p:cNvSpPr>
            <a:spLocks noGrp="1"/>
          </p:cNvSpPr>
          <p:nvPr/>
        </p:nvSpPr>
        <p:spPr>
          <a:xfrm>
            <a:off x="3829050" y="1647825"/>
            <a:ext cx="1143000" cy="2768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65" b="0">
                <a:solidFill>
                  <a:srgbClr val="17325C"/>
                </a:solidFill>
              </a:defRPr>
            </a:defPPr>
          </a:lstStyle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SCA / SBOM</a:t>
            </a:r>
            <a:endParaRPr sz="865" b="0">
              <a:solidFill>
                <a:srgbClr val="17325C"/>
              </a:solidFill>
            </a:endParaRPr>
          </a:p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开源与供应链治理</a:t>
            </a:r>
            <a:endParaRPr sz="865" b="0">
              <a:solidFill>
                <a:srgbClr val="17325C"/>
              </a:solidFill>
            </a:endParaRPr>
          </a:p>
        </p:txBody>
      </p:sp>
      <p:sp>
        <p:nvSpPr>
          <p:cNvPr id="211" name="partner-和人广智"/>
          <p:cNvSpPr>
            <a:spLocks noGrp="1"/>
          </p:cNvSpPr>
          <p:nvPr/>
        </p:nvSpPr>
        <p:spPr>
          <a:xfrm>
            <a:off x="1219200" y="2105660"/>
            <a:ext cx="1714500" cy="608965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2" name="company-和人广智"/>
          <p:cNvSpPr>
            <a:spLocks noGrp="1"/>
          </p:cNvSpPr>
          <p:nvPr/>
        </p:nvSpPr>
        <p:spPr>
          <a:xfrm>
            <a:off x="1333500" y="2171700"/>
            <a:ext cx="1485900" cy="1847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 algn="l">
              <a:defRPr sz="1125" b="1">
                <a:solidFill>
                  <a:srgbClr val="18B7C5"/>
                </a:solidFill>
              </a:defRPr>
            </a:defPPr>
          </a:lstStyle>
          <a:p>
            <a:pPr lvl="0" algn="l">
              <a:buClrTx/>
              <a:buSzTx/>
              <a:buFontTx/>
            </a:pPr>
            <a:r>
              <a:rPr sz="1200" b="1" spc="100">
                <a:solidFill>
                  <a:schemeClr val="accent1"/>
                </a:solidFill>
                <a:ea typeface="+mn-lt"/>
                <a:cs typeface="+mn-lt"/>
                <a:sym typeface="+mn-ea"/>
              </a:rPr>
              <a:t>和人广智</a:t>
            </a:r>
            <a:endParaRPr sz="1200" b="1" spc="100">
              <a:solidFill>
                <a:schemeClr val="accent1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213" name="detail-和人广智"/>
          <p:cNvSpPr>
            <a:spLocks noGrp="1"/>
          </p:cNvSpPr>
          <p:nvPr/>
        </p:nvSpPr>
        <p:spPr>
          <a:xfrm>
            <a:off x="1333500" y="2371725"/>
            <a:ext cx="1485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65" b="0">
                <a:solidFill>
                  <a:srgbClr val="17325C"/>
                </a:solidFill>
              </a:defRPr>
            </a:defPPr>
          </a:lstStyle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泄密取证｜隐性水印</a:t>
            </a:r>
            <a:endParaRPr sz="865" b="0">
              <a:solidFill>
                <a:srgbClr val="17325C"/>
              </a:solidFill>
            </a:endParaRPr>
          </a:p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视音频篡改检测</a:t>
            </a:r>
            <a:endParaRPr sz="865" b="0">
              <a:solidFill>
                <a:srgbClr val="17325C"/>
              </a:solidFill>
            </a:endParaRPr>
          </a:p>
        </p:txBody>
      </p:sp>
      <p:sp>
        <p:nvSpPr>
          <p:cNvPr id="214" name="partner-奇安信"/>
          <p:cNvSpPr>
            <a:spLocks noGrp="1"/>
          </p:cNvSpPr>
          <p:nvPr/>
        </p:nvSpPr>
        <p:spPr>
          <a:xfrm>
            <a:off x="3048000" y="2105025"/>
            <a:ext cx="1714500" cy="608965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5" name="company-奇安信"/>
          <p:cNvSpPr>
            <a:spLocks noGrp="1"/>
          </p:cNvSpPr>
          <p:nvPr/>
        </p:nvSpPr>
        <p:spPr>
          <a:xfrm>
            <a:off x="3162300" y="2171700"/>
            <a:ext cx="1485900" cy="1847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 algn="l">
              <a:defRPr sz="1125" b="1">
                <a:solidFill>
                  <a:srgbClr val="18B7C5"/>
                </a:solidFill>
              </a:defRPr>
            </a:defPPr>
          </a:lstStyle>
          <a:p>
            <a:pPr lvl="0" algn="l">
              <a:buClrTx/>
              <a:buSzTx/>
              <a:buFontTx/>
            </a:pPr>
            <a:r>
              <a:rPr sz="1200" b="1" spc="100">
                <a:solidFill>
                  <a:schemeClr val="accent1"/>
                </a:solidFill>
                <a:ea typeface="+mn-lt"/>
                <a:cs typeface="+mn-lt"/>
                <a:sym typeface="+mn-ea"/>
              </a:rPr>
              <a:t>奇安信</a:t>
            </a:r>
            <a:endParaRPr sz="1200" b="1" spc="100">
              <a:solidFill>
                <a:schemeClr val="accent1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216" name="detail-奇安信"/>
          <p:cNvSpPr>
            <a:spLocks noGrp="1"/>
          </p:cNvSpPr>
          <p:nvPr/>
        </p:nvSpPr>
        <p:spPr>
          <a:xfrm>
            <a:off x="3162300" y="2371725"/>
            <a:ext cx="1485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65" b="0">
                <a:solidFill>
                  <a:srgbClr val="17325C"/>
                </a:solidFill>
              </a:defRPr>
            </a:defPPr>
          </a:lstStyle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威胁监测｜零信任</a:t>
            </a:r>
            <a:endParaRPr sz="865" b="0">
              <a:solidFill>
                <a:srgbClr val="17325C"/>
              </a:solidFill>
            </a:endParaRPr>
          </a:p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终端与云安全</a:t>
            </a:r>
            <a:endParaRPr sz="865" b="0">
              <a:solidFill>
                <a:srgbClr val="17325C"/>
              </a:solidFill>
            </a:endParaRPr>
          </a:p>
        </p:txBody>
      </p:sp>
      <p:sp>
        <p:nvSpPr>
          <p:cNvPr id="217" name="partner-中国软件评测中心"/>
          <p:cNvSpPr>
            <a:spLocks noGrp="1"/>
          </p:cNvSpPr>
          <p:nvPr/>
        </p:nvSpPr>
        <p:spPr>
          <a:xfrm>
            <a:off x="7438390" y="4994910"/>
            <a:ext cx="379095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8" name="company-中国软件评测中心"/>
          <p:cNvSpPr>
            <a:spLocks noGrp="1"/>
          </p:cNvSpPr>
          <p:nvPr/>
        </p:nvSpPr>
        <p:spPr>
          <a:xfrm>
            <a:off x="7552690" y="5061585"/>
            <a:ext cx="3562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 algn="l">
              <a:defRPr sz="1125" b="1">
                <a:solidFill>
                  <a:srgbClr val="18B7C5"/>
                </a:solidFill>
              </a:defRPr>
            </a:defPPr>
          </a:lstStyle>
          <a:p>
            <a:pPr lvl="0" algn="l">
              <a:buClrTx/>
              <a:buSzTx/>
              <a:buFontTx/>
            </a:pPr>
            <a:r>
              <a:rPr sz="1200" b="1" spc="100">
                <a:solidFill>
                  <a:schemeClr val="accent1"/>
                </a:solidFill>
                <a:ea typeface="+mn-lt"/>
                <a:cs typeface="+mn-lt"/>
                <a:sym typeface="+mn-ea"/>
              </a:rPr>
              <a:t>中国软件评测中心</a:t>
            </a:r>
            <a:endParaRPr sz="1200" b="1" spc="100">
              <a:solidFill>
                <a:schemeClr val="accent1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219" name="detail-中国软件评测中心"/>
          <p:cNvSpPr>
            <a:spLocks noGrp="1"/>
          </p:cNvSpPr>
          <p:nvPr/>
        </p:nvSpPr>
        <p:spPr>
          <a:xfrm>
            <a:off x="7552690" y="5261610"/>
            <a:ext cx="3562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65" b="0">
                <a:solidFill>
                  <a:srgbClr val="17325C"/>
                </a:solidFill>
              </a:defRPr>
            </a:defPPr>
          </a:lstStyle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金融科技检测｜金融云与支付测评</a:t>
            </a:r>
            <a:endParaRPr sz="865" b="0">
              <a:solidFill>
                <a:srgbClr val="17325C"/>
              </a:solidFill>
            </a:endParaRPr>
          </a:p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大模型 / 智能体｜数据安全</a:t>
            </a:r>
            <a:endParaRPr sz="865" b="0">
              <a:solidFill>
                <a:srgbClr val="17325C"/>
              </a:solidFill>
            </a:endParaRPr>
          </a:p>
        </p:txBody>
      </p:sp>
      <p:sp>
        <p:nvSpPr>
          <p:cNvPr id="220" name="partner-福昕"/>
          <p:cNvSpPr>
            <a:spLocks noGrp="1"/>
          </p:cNvSpPr>
          <p:nvPr/>
        </p:nvSpPr>
        <p:spPr>
          <a:xfrm>
            <a:off x="685800" y="4839335"/>
            <a:ext cx="2000250" cy="6477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company-福昕"/>
          <p:cNvSpPr>
            <a:spLocks noGrp="1"/>
          </p:cNvSpPr>
          <p:nvPr/>
        </p:nvSpPr>
        <p:spPr>
          <a:xfrm>
            <a:off x="800100" y="4962525"/>
            <a:ext cx="1771650" cy="1352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8B7C5"/>
                </a:solidFill>
              </a:defRPr>
            </a:defPPr>
          </a:lstStyle>
          <a:p>
            <a:pPr algn="l">
              <a:buClrTx/>
              <a:buSzTx/>
              <a:buFontTx/>
            </a:pPr>
            <a:r>
              <a:rPr sz="1200" b="1" spc="100">
                <a:solidFill>
                  <a:schemeClr val="accent1"/>
                </a:solidFill>
                <a:ea typeface="+mn-lt"/>
                <a:cs typeface="+mn-lt"/>
              </a:rPr>
              <a:t>福昕</a:t>
            </a:r>
            <a:endParaRPr sz="1200" b="1" spc="100">
              <a:solidFill>
                <a:schemeClr val="accent1"/>
              </a:solidFill>
              <a:ea typeface="+mn-lt"/>
              <a:cs typeface="+mn-lt"/>
            </a:endParaRPr>
          </a:p>
        </p:txBody>
      </p:sp>
      <p:sp>
        <p:nvSpPr>
          <p:cNvPr id="222" name="detail-福昕"/>
          <p:cNvSpPr>
            <a:spLocks noGrp="1"/>
          </p:cNvSpPr>
          <p:nvPr/>
        </p:nvSpPr>
        <p:spPr>
          <a:xfrm>
            <a:off x="800100" y="5106035"/>
            <a:ext cx="1771650" cy="4184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65" b="0">
                <a:solidFill>
                  <a:srgbClr val="17325C"/>
                </a:solidFill>
              </a:defRPr>
            </a:defPPr>
          </a:lstStyle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PDF / OFD｜电子签章</a:t>
            </a:r>
            <a:endParaRPr sz="865" b="0">
              <a:solidFill>
                <a:srgbClr val="17325C"/>
              </a:solidFill>
            </a:endParaRPr>
          </a:p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SDK / API｜智能文档</a:t>
            </a:r>
            <a:endParaRPr sz="865" b="0">
              <a:solidFill>
                <a:srgbClr val="17325C"/>
              </a:solidFill>
            </a:endParaRPr>
          </a:p>
        </p:txBody>
      </p:sp>
      <p:sp>
        <p:nvSpPr>
          <p:cNvPr id="223" name="partner-广东迅维"/>
          <p:cNvSpPr>
            <a:spLocks noGrp="1"/>
          </p:cNvSpPr>
          <p:nvPr/>
        </p:nvSpPr>
        <p:spPr>
          <a:xfrm>
            <a:off x="2982595" y="4839335"/>
            <a:ext cx="2057400" cy="6477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4" name="company-广东迅维"/>
          <p:cNvSpPr>
            <a:spLocks noGrp="1"/>
          </p:cNvSpPr>
          <p:nvPr/>
        </p:nvSpPr>
        <p:spPr>
          <a:xfrm>
            <a:off x="3096895" y="4962525"/>
            <a:ext cx="1828800" cy="1352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8B7C5"/>
                </a:solidFill>
              </a:defRPr>
            </a:defPPr>
          </a:lstStyle>
          <a:p>
            <a:pPr algn="l">
              <a:buClrTx/>
              <a:buSzTx/>
              <a:buFontTx/>
            </a:pPr>
            <a:r>
              <a:rPr sz="1200" b="1" spc="100">
                <a:solidFill>
                  <a:schemeClr val="accent1"/>
                </a:solidFill>
                <a:ea typeface="+mn-lt"/>
                <a:cs typeface="+mn-lt"/>
              </a:rPr>
              <a:t>广东迅维</a:t>
            </a:r>
            <a:endParaRPr sz="1200" b="1" spc="100">
              <a:solidFill>
                <a:schemeClr val="accent1"/>
              </a:solidFill>
              <a:ea typeface="+mn-lt"/>
              <a:cs typeface="+mn-lt"/>
            </a:endParaRPr>
          </a:p>
        </p:txBody>
      </p:sp>
      <p:sp>
        <p:nvSpPr>
          <p:cNvPr id="225" name="detail-广东迅维"/>
          <p:cNvSpPr>
            <a:spLocks noGrp="1"/>
          </p:cNvSpPr>
          <p:nvPr/>
        </p:nvSpPr>
        <p:spPr>
          <a:xfrm>
            <a:off x="3096895" y="5106035"/>
            <a:ext cx="1828800" cy="4184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65" b="0">
                <a:solidFill>
                  <a:srgbClr val="17325C"/>
                </a:solidFill>
              </a:defRPr>
            </a:defPPr>
          </a:lstStyle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信创文印｜漫游打印</a:t>
            </a:r>
            <a:endParaRPr sz="865" b="0">
              <a:solidFill>
                <a:srgbClr val="17325C"/>
              </a:solidFill>
            </a:endParaRPr>
          </a:p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审计水印｜设备运维</a:t>
            </a:r>
            <a:endParaRPr sz="865" b="0">
              <a:solidFill>
                <a:srgbClr val="17325C"/>
              </a:solidFill>
            </a:endParaRPr>
          </a:p>
        </p:txBody>
      </p:sp>
      <p:sp>
        <p:nvSpPr>
          <p:cNvPr id="226" name="partner-广州傲程"/>
          <p:cNvSpPr>
            <a:spLocks noGrp="1"/>
          </p:cNvSpPr>
          <p:nvPr/>
        </p:nvSpPr>
        <p:spPr>
          <a:xfrm>
            <a:off x="7104380" y="1381125"/>
            <a:ext cx="20764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7" name="company-广州傲程"/>
          <p:cNvSpPr>
            <a:spLocks noGrp="1"/>
          </p:cNvSpPr>
          <p:nvPr/>
        </p:nvSpPr>
        <p:spPr>
          <a:xfrm>
            <a:off x="7218680" y="1447800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 algn="l">
              <a:defRPr sz="1125" b="1">
                <a:solidFill>
                  <a:srgbClr val="18B7C5"/>
                </a:solidFill>
              </a:defRPr>
            </a:defPPr>
          </a:lstStyle>
          <a:p>
            <a:pPr lvl="0" algn="l">
              <a:buClrTx/>
              <a:buSzTx/>
              <a:buFontTx/>
            </a:pPr>
            <a:r>
              <a:rPr sz="1200" b="1" spc="100">
                <a:solidFill>
                  <a:schemeClr val="accent1"/>
                </a:solidFill>
                <a:ea typeface="+mn-lt"/>
                <a:cs typeface="+mn-lt"/>
                <a:sym typeface="+mn-ea"/>
              </a:rPr>
              <a:t>广州傲程</a:t>
            </a:r>
            <a:endParaRPr sz="1200" b="1" spc="100">
              <a:solidFill>
                <a:schemeClr val="accent1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228" name="detail-广州傲程"/>
          <p:cNvSpPr>
            <a:spLocks noGrp="1"/>
          </p:cNvSpPr>
          <p:nvPr/>
        </p:nvSpPr>
        <p:spPr>
          <a:xfrm>
            <a:off x="7228840" y="1647825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65" b="0">
                <a:solidFill>
                  <a:srgbClr val="17325C"/>
                </a:solidFill>
              </a:defRPr>
            </a:defPPr>
          </a:lstStyle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AI 网关｜文档智能</a:t>
            </a:r>
            <a:endParaRPr sz="865" b="0">
              <a:solidFill>
                <a:srgbClr val="17325C"/>
              </a:solidFill>
            </a:endParaRPr>
          </a:p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数据问答｜会议纪要</a:t>
            </a:r>
            <a:endParaRPr sz="865" b="0">
              <a:solidFill>
                <a:srgbClr val="17325C"/>
              </a:solidFill>
            </a:endParaRPr>
          </a:p>
        </p:txBody>
      </p:sp>
      <p:sp>
        <p:nvSpPr>
          <p:cNvPr id="229" name="partner-赛迪"/>
          <p:cNvSpPr>
            <a:spLocks noGrp="1"/>
          </p:cNvSpPr>
          <p:nvPr/>
        </p:nvSpPr>
        <p:spPr>
          <a:xfrm>
            <a:off x="9295130" y="1381125"/>
            <a:ext cx="20955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0" name="company-赛迪"/>
          <p:cNvSpPr>
            <a:spLocks noGrp="1"/>
          </p:cNvSpPr>
          <p:nvPr/>
        </p:nvSpPr>
        <p:spPr>
          <a:xfrm>
            <a:off x="9409430" y="144780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 algn="l">
              <a:defRPr sz="1125" b="1">
                <a:solidFill>
                  <a:srgbClr val="18B7C5"/>
                </a:solidFill>
              </a:defRPr>
            </a:defPPr>
          </a:lstStyle>
          <a:p>
            <a:pPr lvl="0" algn="l">
              <a:buClrTx/>
              <a:buSzTx/>
              <a:buFontTx/>
            </a:pPr>
            <a:r>
              <a:rPr sz="1200" b="1" spc="100">
                <a:solidFill>
                  <a:schemeClr val="accent1"/>
                </a:solidFill>
                <a:ea typeface="+mn-lt"/>
                <a:cs typeface="+mn-lt"/>
                <a:sym typeface="+mn-ea"/>
              </a:rPr>
              <a:t>赛迪</a:t>
            </a:r>
            <a:endParaRPr sz="1200" b="1" spc="100">
              <a:solidFill>
                <a:schemeClr val="accent1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231" name="detail-赛迪"/>
          <p:cNvSpPr>
            <a:spLocks noGrp="1"/>
          </p:cNvSpPr>
          <p:nvPr/>
        </p:nvSpPr>
        <p:spPr>
          <a:xfrm>
            <a:off x="9409430" y="1647825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65" b="0">
                <a:solidFill>
                  <a:srgbClr val="17325C"/>
                </a:solidFill>
              </a:defRPr>
            </a:defPPr>
          </a:lstStyle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金融 AI 治理</a:t>
            </a:r>
            <a:endParaRPr sz="865" b="0">
              <a:solidFill>
                <a:srgbClr val="17325C"/>
              </a:solidFill>
            </a:endParaRPr>
          </a:p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红队测试｜用例泛化</a:t>
            </a:r>
            <a:endParaRPr sz="865" b="0">
              <a:solidFill>
                <a:srgbClr val="17325C"/>
              </a:solidFill>
            </a:endParaRPr>
          </a:p>
        </p:txBody>
      </p:sp>
      <p:sp>
        <p:nvSpPr>
          <p:cNvPr id="232" name="partner-中国信息协会"/>
          <p:cNvSpPr>
            <a:spLocks noGrp="1"/>
          </p:cNvSpPr>
          <p:nvPr/>
        </p:nvSpPr>
        <p:spPr>
          <a:xfrm>
            <a:off x="8190230" y="2105025"/>
            <a:ext cx="20955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3" name="company-中国信息协会"/>
          <p:cNvSpPr>
            <a:spLocks noGrp="1"/>
          </p:cNvSpPr>
          <p:nvPr/>
        </p:nvSpPr>
        <p:spPr>
          <a:xfrm>
            <a:off x="8304530" y="217170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 algn="l">
              <a:defRPr sz="1125" b="1">
                <a:solidFill>
                  <a:srgbClr val="18B7C5"/>
                </a:solidFill>
              </a:defRPr>
            </a:defPPr>
          </a:lstStyle>
          <a:p>
            <a:pPr lvl="0" algn="l">
              <a:buClrTx/>
              <a:buSzTx/>
              <a:buFontTx/>
            </a:pPr>
            <a:r>
              <a:rPr sz="1200" b="1" spc="100">
                <a:solidFill>
                  <a:schemeClr val="accent1"/>
                </a:solidFill>
                <a:ea typeface="+mn-lt"/>
                <a:cs typeface="+mn-lt"/>
                <a:sym typeface="+mn-ea"/>
              </a:rPr>
              <a:t>中国信息协会</a:t>
            </a:r>
            <a:endParaRPr sz="1200" b="1" spc="100">
              <a:solidFill>
                <a:schemeClr val="accent1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234" name="detail-中国信息协会"/>
          <p:cNvSpPr>
            <a:spLocks noGrp="1"/>
          </p:cNvSpPr>
          <p:nvPr/>
        </p:nvSpPr>
        <p:spPr>
          <a:xfrm>
            <a:off x="8304530" y="2371725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65" b="0">
                <a:solidFill>
                  <a:srgbClr val="17325C"/>
                </a:solidFill>
              </a:defRPr>
            </a:defPPr>
          </a:lstStyle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ACMM 成熟度评估</a:t>
            </a:r>
            <a:endParaRPr sz="865" b="0">
              <a:solidFill>
                <a:srgbClr val="17325C"/>
              </a:solidFill>
            </a:endParaRPr>
          </a:p>
          <a:p>
            <a:pPr algn="l">
              <a:defRPr sz="865" b="0">
                <a:solidFill>
                  <a:srgbClr val="17325C"/>
                </a:solidFill>
              </a:defRPr>
            </a:pPr>
            <a:r>
              <a:rPr sz="865" b="0">
                <a:solidFill>
                  <a:srgbClr val="17325C"/>
                </a:solidFill>
              </a:rPr>
              <a:t>五大能力域｜L1-L5</a:t>
            </a:r>
            <a:endParaRPr sz="865" b="0">
              <a:solidFill>
                <a:srgbClr val="17325C"/>
              </a:solidFill>
            </a:endParaRPr>
          </a:p>
        </p:txBody>
      </p:sp>
      <p:sp>
        <p:nvSpPr>
          <p:cNvPr id="235" name="product-track-hub"/>
          <p:cNvSpPr>
            <a:spLocks noGrp="1"/>
          </p:cNvSpPr>
          <p:nvPr/>
        </p:nvSpPr>
        <p:spPr>
          <a:xfrm>
            <a:off x="5039995" y="2847975"/>
            <a:ext cx="1970405" cy="1341755"/>
          </a:xfrm>
          <a:prstGeom prst="roundRect">
            <a:avLst>
              <a:gd name="adj" fmla="val 2244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compatLnSpc="1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</a:pPr>
            <a:r>
              <a:rPr sz="1600" b="1">
                <a:solidFill>
                  <a:srgbClr val="FFFFFF"/>
                </a:solidFill>
                <a:sym typeface="+mn-ea"/>
              </a:rPr>
              <a:t>合作伙伴</a:t>
            </a:r>
            <a:endParaRPr sz="1600" b="1">
              <a:solidFill>
                <a:srgbClr val="FFFFFF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1600" b="1">
                <a:solidFill>
                  <a:srgbClr val="FFFFFF"/>
                </a:solidFill>
                <a:sym typeface="+mn-ea"/>
              </a:rPr>
              <a:t>产品赛道</a:t>
            </a:r>
            <a:endParaRPr sz="1600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2" name="partner-广东迅维"/>
          <p:cNvSpPr>
            <a:spLocks noGrp="1"/>
          </p:cNvSpPr>
          <p:nvPr/>
        </p:nvSpPr>
        <p:spPr>
          <a:xfrm>
            <a:off x="1657350" y="5581650"/>
            <a:ext cx="2057400" cy="6477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3335">
            <a:solidFill>
              <a:srgbClr val="2146D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" name="company-广东迅维"/>
          <p:cNvSpPr>
            <a:spLocks noGrp="1"/>
          </p:cNvSpPr>
          <p:nvPr/>
        </p:nvSpPr>
        <p:spPr>
          <a:xfrm>
            <a:off x="1885950" y="5678805"/>
            <a:ext cx="1828800" cy="1352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 algn="l">
              <a:defRPr sz="1125" b="1">
                <a:solidFill>
                  <a:srgbClr val="18B7C5"/>
                </a:solidFill>
              </a:defRPr>
            </a:defPPr>
          </a:lstStyle>
          <a:p>
            <a:pPr lvl="0" algn="l">
              <a:buClrTx/>
              <a:buSzTx/>
              <a:buFontTx/>
            </a:pPr>
            <a:r>
              <a:rPr sz="1200" b="1" spc="100">
                <a:solidFill>
                  <a:schemeClr val="accent1"/>
                </a:solidFill>
                <a:ea typeface="+mn-lt"/>
                <a:cs typeface="+mn-lt"/>
                <a:sym typeface="+mn-ea"/>
              </a:rPr>
              <a:t>金山WPS</a:t>
            </a:r>
            <a:endParaRPr sz="1200" b="1" spc="100">
              <a:solidFill>
                <a:schemeClr val="accent1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5" name="detail-广东迅维"/>
          <p:cNvSpPr>
            <a:spLocks noGrp="1"/>
          </p:cNvSpPr>
          <p:nvPr/>
        </p:nvSpPr>
        <p:spPr>
          <a:xfrm>
            <a:off x="1771650" y="5810885"/>
            <a:ext cx="1828800" cy="4184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 algn="l">
              <a:defRPr sz="865" b="0">
                <a:solidFill>
                  <a:srgbClr val="17325C"/>
                </a:solidFill>
              </a:defRPr>
            </a:defPPr>
          </a:lstStyle>
          <a:p>
            <a:pPr lvl="0" algn="l">
              <a:buClrTx/>
              <a:buSzTx/>
              <a:buFontTx/>
              <a:defRPr sz="865" b="0">
                <a:solidFill>
                  <a:srgbClr val="17325C"/>
                </a:solidFill>
              </a:defRPr>
            </a:pPr>
            <a:r>
              <a:rPr>
                <a:sym typeface="+mn-ea"/>
              </a:rPr>
              <a:t>文本编辑</a:t>
            </a:r>
            <a:r>
              <a:rPr>
                <a:sym typeface="+mn-ea"/>
              </a:rPr>
              <a:t>｜</a:t>
            </a:r>
            <a:r>
              <a:rPr>
                <a:sym typeface="+mn-ea"/>
              </a:rPr>
              <a:t>格式兼容</a:t>
            </a:r>
            <a:endParaRPr>
              <a:sym typeface="+mn-ea"/>
            </a:endParaRPr>
          </a:p>
          <a:p>
            <a:pPr lvl="0" algn="l">
              <a:buClrTx/>
              <a:buSzTx/>
              <a:buFontTx/>
              <a:defRPr sz="865" b="0">
                <a:solidFill>
                  <a:srgbClr val="17325C"/>
                </a:solidFill>
              </a:defRPr>
            </a:pPr>
            <a:r>
              <a:rPr>
                <a:sym typeface="+mn-ea"/>
              </a:rPr>
              <a:t>多能合一</a:t>
            </a:r>
            <a:r>
              <a:rPr>
                <a:sym typeface="+mn-ea"/>
              </a:rPr>
              <a:t>｜</a:t>
            </a:r>
            <a:r>
              <a:rPr>
                <a:sym typeface="+mn-ea"/>
              </a:rPr>
              <a:t>模板丰富</a:t>
            </a:r>
            <a:endParaRPr>
              <a:sym typeface="+mn-ea"/>
            </a:endParaRPr>
          </a:p>
        </p:txBody>
      </p:sp>
      <p:sp>
        <p:nvSpPr>
          <p:cNvPr id="7" name="panel-ai-accent"/>
          <p:cNvSpPr>
            <a:spLocks noGrp="1"/>
          </p:cNvSpPr>
          <p:nvPr/>
        </p:nvSpPr>
        <p:spPr>
          <a:xfrm>
            <a:off x="7075805" y="4410075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圆角矩形 40"/>
          <p:cNvSpPr>
            <a:spLocks noGrp="1"/>
          </p:cNvSpPr>
          <p:nvPr/>
        </p:nvSpPr>
        <p:spPr>
          <a:xfrm>
            <a:off x="263525" y="897890"/>
            <a:ext cx="4440555" cy="711835"/>
          </a:xfrm>
          <a:prstGeom prst="roundRect">
            <a:avLst>
              <a:gd name="adj" fmla="val 4291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endParaRPr sz="1600" b="1">
              <a:solidFill>
                <a:srgbClr val="FFFFFF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132080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典型案例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12" name="弧形 111"/>
          <p:cNvSpPr>
            <a:spLocks noGrp="1"/>
          </p:cNvSpPr>
          <p:nvPr/>
        </p:nvSpPr>
        <p:spPr>
          <a:xfrm rot="3600000">
            <a:off x="11804328" y="10252302"/>
            <a:ext cx="1686077" cy="1686077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85445" y="1841500"/>
            <a:ext cx="4318635" cy="2371090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20" name="五边形 19"/>
          <p:cNvSpPr>
            <a:spLocks noGrp="1"/>
          </p:cNvSpPr>
          <p:nvPr/>
        </p:nvSpPr>
        <p:spPr>
          <a:xfrm>
            <a:off x="220345" y="1845945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项目背景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24" name="文本框 23"/>
          <p:cNvSpPr>
            <a:spLocks noGrp="1"/>
          </p:cNvSpPr>
          <p:nvPr/>
        </p:nvSpPr>
        <p:spPr>
          <a:xfrm>
            <a:off x="1898015" y="1972945"/>
            <a:ext cx="107950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sz="1600" b="1" spc="100">
                <a:solidFill>
                  <a:schemeClr val="accent1"/>
                </a:solidFill>
              </a:rPr>
              <a:t>某证券公司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550545" y="2487930"/>
            <a:ext cx="3971290" cy="12922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操作系统品牌多，国产化平台产品力薄弱，存在大量老版本过保系统厂家支持受限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厂商支持保障体系固化缺乏灵活性、现场支持费用较高、合规费用高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5" name="直角三角形 54"/>
          <p:cNvSpPr>
            <a:spLocks noGrp="1"/>
          </p:cNvSpPr>
          <p:nvPr/>
        </p:nvSpPr>
        <p:spPr>
          <a:xfrm rot="10800000">
            <a:off x="220345" y="2327275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59375" y="889635"/>
            <a:ext cx="6826250" cy="3319145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22" name="五边形 21"/>
          <p:cNvSpPr>
            <a:spLocks noGrp="1"/>
          </p:cNvSpPr>
          <p:nvPr/>
        </p:nvSpPr>
        <p:spPr>
          <a:xfrm>
            <a:off x="4994275" y="894080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祥云方案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27" name="直角三角形 26"/>
          <p:cNvSpPr>
            <a:spLocks noGrp="1"/>
          </p:cNvSpPr>
          <p:nvPr/>
        </p:nvSpPr>
        <p:spPr>
          <a:xfrm rot="10800000">
            <a:off x="4994275" y="1375410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53" name="object 124"/>
          <p:cNvSpPr>
            <a:spLocks noGrp="1"/>
          </p:cNvSpPr>
          <p:nvPr/>
        </p:nvSpPr>
        <p:spPr>
          <a:xfrm>
            <a:off x="8637905" y="1460500"/>
            <a:ext cx="3232150" cy="2261870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提供驻场工程师，适应客户规模建立起驻场工程师团队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建立起符合大型金融客户的运维规范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提供即时现场保障、协助甲方提供日常运维支持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31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8455" y="1958340"/>
            <a:ext cx="3033395" cy="1295400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385445" y="4458970"/>
            <a:ext cx="11599545" cy="2047875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31" name="五边形 30"/>
          <p:cNvSpPr>
            <a:spLocks noGrp="1"/>
          </p:cNvSpPr>
          <p:nvPr/>
        </p:nvSpPr>
        <p:spPr>
          <a:xfrm>
            <a:off x="220345" y="4463415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客户价值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32" name="文本框 31"/>
          <p:cNvSpPr>
            <a:spLocks noGrp="1"/>
          </p:cNvSpPr>
          <p:nvPr/>
        </p:nvSpPr>
        <p:spPr>
          <a:xfrm>
            <a:off x="779145" y="5223510"/>
            <a:ext cx="136525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成本最优化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3" name="文本框 32"/>
          <p:cNvSpPr>
            <a:spLocks noGrp="1"/>
          </p:cNvSpPr>
          <p:nvPr/>
        </p:nvSpPr>
        <p:spPr>
          <a:xfrm>
            <a:off x="779145" y="5517515"/>
            <a:ext cx="2360295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最小化成本解决多品牌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Linux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运维问题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4" name="直角三角形 33"/>
          <p:cNvSpPr>
            <a:spLocks noGrp="1"/>
          </p:cNvSpPr>
          <p:nvPr/>
        </p:nvSpPr>
        <p:spPr>
          <a:xfrm rot="10800000">
            <a:off x="220345" y="4944745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5" name="文本框 34"/>
          <p:cNvSpPr>
            <a:spLocks noGrp="1"/>
          </p:cNvSpPr>
          <p:nvPr/>
        </p:nvSpPr>
        <p:spPr>
          <a:xfrm>
            <a:off x="4846320" y="5223510"/>
            <a:ext cx="136525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一站式支持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6" name="文本框 35"/>
          <p:cNvSpPr>
            <a:spLocks noGrp="1"/>
          </p:cNvSpPr>
          <p:nvPr/>
        </p:nvSpPr>
        <p:spPr>
          <a:xfrm>
            <a:off x="4846320" y="5517515"/>
            <a:ext cx="3232785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一站式服务支持，提供跨平台和厂商问题协同处理服务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7" name="文本框 36"/>
          <p:cNvSpPr>
            <a:spLocks noGrp="1"/>
          </p:cNvSpPr>
          <p:nvPr/>
        </p:nvSpPr>
        <p:spPr>
          <a:xfrm>
            <a:off x="9338945" y="5223510"/>
            <a:ext cx="114935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业务稳定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>
            <a:spLocks noGrp="1"/>
          </p:cNvSpPr>
          <p:nvPr/>
        </p:nvSpPr>
        <p:spPr>
          <a:xfrm>
            <a:off x="9338945" y="5517515"/>
            <a:ext cx="1955800" cy="322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满足金融业务稳定性要求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9" name="object 8"/>
          <p:cNvSpPr>
            <a:spLocks noGrp="1"/>
          </p:cNvSpPr>
          <p:nvPr/>
        </p:nvSpPr>
        <p:spPr>
          <a:xfrm>
            <a:off x="263827" y="1083502"/>
            <a:ext cx="4351607" cy="377825"/>
          </a:xfrm>
          <a:prstGeom prst="rect">
            <a:avLst/>
          </a:prstGeom>
        </p:spPr>
        <p:txBody>
          <a:bodyPr vert="horz" wrap="square" lIns="0" tIns="9433" rIns="0" bIns="0">
            <a:normAutofit fontScale="90000"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352425" indent="-342900" algn="ctr">
              <a:lnSpc>
                <a:spcPct val="100000"/>
              </a:lnSpc>
              <a:spcBef>
                <a:spcPts val="75"/>
              </a:spcBef>
              <a:buFont typeface="Wingdings" panose="05000000000000000000"/>
              <a:buChar char=""/>
            </a:pPr>
            <a:r>
              <a:rPr>
                <a:solidFill>
                  <a:schemeClr val="bg1"/>
                </a:solidFill>
                <a:latin typeface="+mn-lt"/>
                <a:ea typeface="+mn-lt"/>
                <a:cs typeface="+mn-lt"/>
              </a:rPr>
              <a:t>操作系统运维技术支持服务</a:t>
            </a: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3992563" y="5305108"/>
            <a:ext cx="0" cy="79375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8645843" y="5305108"/>
            <a:ext cx="0" cy="79375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144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圆角矩形 40"/>
          <p:cNvSpPr>
            <a:spLocks noGrp="1"/>
          </p:cNvSpPr>
          <p:nvPr/>
        </p:nvSpPr>
        <p:spPr>
          <a:xfrm>
            <a:off x="263525" y="897890"/>
            <a:ext cx="4440555" cy="711835"/>
          </a:xfrm>
          <a:prstGeom prst="roundRect">
            <a:avLst>
              <a:gd name="adj" fmla="val 4291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endParaRPr sz="1600" b="1">
              <a:solidFill>
                <a:srgbClr val="FFFFFF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132080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典型案例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12" name="弧形 111"/>
          <p:cNvSpPr>
            <a:spLocks noGrp="1"/>
          </p:cNvSpPr>
          <p:nvPr/>
        </p:nvSpPr>
        <p:spPr>
          <a:xfrm rot="3600000">
            <a:off x="11804328" y="10252302"/>
            <a:ext cx="1686077" cy="1686077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85445" y="1841500"/>
            <a:ext cx="4318635" cy="2371090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20" name="五边形 19"/>
          <p:cNvSpPr>
            <a:spLocks noGrp="1"/>
          </p:cNvSpPr>
          <p:nvPr/>
        </p:nvSpPr>
        <p:spPr>
          <a:xfrm>
            <a:off x="220345" y="1845945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项目背景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24" name="文本框 23"/>
          <p:cNvSpPr>
            <a:spLocks noGrp="1"/>
          </p:cNvSpPr>
          <p:nvPr/>
        </p:nvSpPr>
        <p:spPr>
          <a:xfrm>
            <a:off x="1898015" y="1972945"/>
            <a:ext cx="107950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sz="1600" b="1" spc="100">
                <a:solidFill>
                  <a:schemeClr val="accent1"/>
                </a:solidFill>
              </a:rPr>
              <a:t>某基金公司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550545" y="2487930"/>
            <a:ext cx="3971290" cy="1615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操作系统权限分散 没有批量操作工具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各种业务监控Agent无法统一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现有zabbix监控系统使用mysql作为后端时常出现mysql数据库性能问题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现有zabbix监控展现方式单一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5" name="直角三角形 54"/>
          <p:cNvSpPr>
            <a:spLocks noGrp="1"/>
          </p:cNvSpPr>
          <p:nvPr/>
        </p:nvSpPr>
        <p:spPr>
          <a:xfrm rot="10800000">
            <a:off x="220345" y="2327275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59375" y="889635"/>
            <a:ext cx="6826250" cy="3319145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22" name="五边形 21"/>
          <p:cNvSpPr>
            <a:spLocks noGrp="1"/>
          </p:cNvSpPr>
          <p:nvPr/>
        </p:nvSpPr>
        <p:spPr>
          <a:xfrm>
            <a:off x="4994275" y="894080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祥云方案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27" name="直角三角形 26"/>
          <p:cNvSpPr>
            <a:spLocks noGrp="1"/>
          </p:cNvSpPr>
          <p:nvPr/>
        </p:nvSpPr>
        <p:spPr>
          <a:xfrm rot="10800000">
            <a:off x="4994275" y="1375410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53" name="object 124"/>
          <p:cNvSpPr>
            <a:spLocks noGrp="1"/>
          </p:cNvSpPr>
          <p:nvPr/>
        </p:nvSpPr>
        <p:spPr>
          <a:xfrm>
            <a:off x="8637905" y="1371600"/>
            <a:ext cx="3232150" cy="2585085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定制化构建基础架构监控运维一体化平台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收集各项底层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OS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、数据库等运行数据用于故障问题定位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通过运维平台及脚本实现监控虚拟机、数据库等批量接管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85445" y="4458970"/>
            <a:ext cx="11599545" cy="2047875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31" name="五边形 30"/>
          <p:cNvSpPr>
            <a:spLocks noGrp="1"/>
          </p:cNvSpPr>
          <p:nvPr/>
        </p:nvSpPr>
        <p:spPr>
          <a:xfrm>
            <a:off x="220345" y="4463415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客户价值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32" name="文本框 31"/>
          <p:cNvSpPr>
            <a:spLocks noGrp="1"/>
          </p:cNvSpPr>
          <p:nvPr/>
        </p:nvSpPr>
        <p:spPr>
          <a:xfrm>
            <a:off x="779145" y="5223510"/>
            <a:ext cx="201295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监控到运维一体化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3" name="文本框 32"/>
          <p:cNvSpPr>
            <a:spLocks noGrp="1"/>
          </p:cNvSpPr>
          <p:nvPr/>
        </p:nvSpPr>
        <p:spPr>
          <a:xfrm>
            <a:off x="779145" y="5517515"/>
            <a:ext cx="2360295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构建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“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感知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- 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分析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- 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决策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- 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执行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- 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复盘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”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的自动化闭环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4" name="直角三角形 33"/>
          <p:cNvSpPr>
            <a:spLocks noGrp="1"/>
          </p:cNvSpPr>
          <p:nvPr/>
        </p:nvSpPr>
        <p:spPr>
          <a:xfrm rot="10800000">
            <a:off x="220345" y="4944745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5" name="文本框 34"/>
          <p:cNvSpPr>
            <a:spLocks noGrp="1"/>
          </p:cNvSpPr>
          <p:nvPr/>
        </p:nvSpPr>
        <p:spPr>
          <a:xfrm>
            <a:off x="4846320" y="5223510"/>
            <a:ext cx="236347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分散管理</a:t>
            </a:r>
            <a:r>
              <a:rPr sz="1600" b="1" spc="100">
                <a:solidFill>
                  <a:schemeClr val="accent1"/>
                </a:solidFill>
              </a:rPr>
              <a:t> -&gt; </a:t>
            </a:r>
            <a:r>
              <a:rPr sz="1600" b="1" spc="100">
                <a:solidFill>
                  <a:schemeClr val="accent1"/>
                </a:solidFill>
              </a:rPr>
              <a:t>统一平台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6" name="文本框 35"/>
          <p:cNvSpPr>
            <a:spLocks noGrp="1"/>
          </p:cNvSpPr>
          <p:nvPr/>
        </p:nvSpPr>
        <p:spPr>
          <a:xfrm>
            <a:off x="4846320" y="5517515"/>
            <a:ext cx="3232785" cy="322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统一监控入口，优化运维管理空间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7" name="文本框 36"/>
          <p:cNvSpPr>
            <a:spLocks noGrp="1"/>
          </p:cNvSpPr>
          <p:nvPr/>
        </p:nvSpPr>
        <p:spPr>
          <a:xfrm>
            <a:off x="9338945" y="5223510"/>
            <a:ext cx="158115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快速定位故障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>
            <a:spLocks noGrp="1"/>
          </p:cNvSpPr>
          <p:nvPr/>
        </p:nvSpPr>
        <p:spPr>
          <a:xfrm>
            <a:off x="9338945" y="5517515"/>
            <a:ext cx="1955800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满足金融稳定性及问题定位及恢复时效要求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9" name="object 8"/>
          <p:cNvSpPr>
            <a:spLocks noGrp="1"/>
          </p:cNvSpPr>
          <p:nvPr/>
        </p:nvSpPr>
        <p:spPr>
          <a:xfrm>
            <a:off x="263827" y="1083502"/>
            <a:ext cx="4351607" cy="377825"/>
          </a:xfrm>
          <a:prstGeom prst="rect">
            <a:avLst/>
          </a:prstGeom>
        </p:spPr>
        <p:txBody>
          <a:bodyPr vert="horz" wrap="square" lIns="0" tIns="9433" rIns="0" bIns="0">
            <a:normAutofit fontScale="90000"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352425" indent="-342900" algn="ctr">
              <a:lnSpc>
                <a:spcPct val="100000"/>
              </a:lnSpc>
              <a:spcBef>
                <a:spcPts val="75"/>
              </a:spcBef>
              <a:buFont typeface="Wingdings" panose="05000000000000000000"/>
              <a:buChar char=""/>
            </a:pPr>
            <a:r>
              <a:rPr>
                <a:solidFill>
                  <a:schemeClr val="bg1"/>
                </a:solidFill>
                <a:latin typeface="+mn-lt"/>
                <a:ea typeface="+mn-lt"/>
                <a:cs typeface="+mn-lt"/>
              </a:rPr>
              <a:t>监控运维一体化定制开发项目</a:t>
            </a: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  <a:p>
            <a:pPr marL="352425" indent="-342900" algn="ctr">
              <a:lnSpc>
                <a:spcPct val="100000"/>
              </a:lnSpc>
              <a:spcBef>
                <a:spcPts val="75"/>
              </a:spcBef>
              <a:buFont typeface="Wingdings" panose="05000000000000000000"/>
              <a:buChar char=""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3908108" y="5305108"/>
            <a:ext cx="0" cy="79375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8645843" y="5305108"/>
            <a:ext cx="0" cy="79375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143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9105" y="1622425"/>
            <a:ext cx="2873375" cy="2334260"/>
          </a:xfrm>
          <a:prstGeom prst="rect">
            <a:avLst/>
          </a:prstGeom>
        </p:spPr>
      </p:pic>
      <p:pic>
        <p:nvPicPr>
          <p:cNvPr id="144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圆角矩形 40"/>
          <p:cNvSpPr>
            <a:spLocks noGrp="1"/>
          </p:cNvSpPr>
          <p:nvPr/>
        </p:nvSpPr>
        <p:spPr>
          <a:xfrm>
            <a:off x="263525" y="897890"/>
            <a:ext cx="4440555" cy="711835"/>
          </a:xfrm>
          <a:prstGeom prst="roundRect">
            <a:avLst>
              <a:gd name="adj" fmla="val 4291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endParaRPr sz="1600" b="1">
              <a:solidFill>
                <a:srgbClr val="FFFFFF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132080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典型案例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12" name="弧形 111"/>
          <p:cNvSpPr>
            <a:spLocks noGrp="1"/>
          </p:cNvSpPr>
          <p:nvPr/>
        </p:nvSpPr>
        <p:spPr>
          <a:xfrm rot="3600000">
            <a:off x="11804328" y="10252302"/>
            <a:ext cx="1686077" cy="1686077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85445" y="1841500"/>
            <a:ext cx="4318635" cy="2371090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20" name="五边形 19"/>
          <p:cNvSpPr>
            <a:spLocks noGrp="1"/>
          </p:cNvSpPr>
          <p:nvPr/>
        </p:nvSpPr>
        <p:spPr>
          <a:xfrm>
            <a:off x="220345" y="1845945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项目背景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24" name="文本框 23"/>
          <p:cNvSpPr>
            <a:spLocks noGrp="1"/>
          </p:cNvSpPr>
          <p:nvPr/>
        </p:nvSpPr>
        <p:spPr>
          <a:xfrm>
            <a:off x="1898015" y="1972945"/>
            <a:ext cx="151130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sz="1600" b="1" spc="100">
                <a:solidFill>
                  <a:schemeClr val="accent1"/>
                </a:solidFill>
              </a:rPr>
              <a:t>某大型商业银行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550545" y="2487930"/>
            <a:ext cx="3971290" cy="1615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基于企业版容器平台构建了企业内部的容器云项目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非官方认证平台上运行企业版容器平台，受限支持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厂商服务和产品绑定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5" name="直角三角形 54"/>
          <p:cNvSpPr>
            <a:spLocks noGrp="1"/>
          </p:cNvSpPr>
          <p:nvPr/>
        </p:nvSpPr>
        <p:spPr>
          <a:xfrm rot="10800000">
            <a:off x="220345" y="2327275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59375" y="889635"/>
            <a:ext cx="6826250" cy="3319145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22" name="五边形 21"/>
          <p:cNvSpPr>
            <a:spLocks noGrp="1"/>
          </p:cNvSpPr>
          <p:nvPr/>
        </p:nvSpPr>
        <p:spPr>
          <a:xfrm>
            <a:off x="4994275" y="894080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祥云方案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27" name="直角三角形 26"/>
          <p:cNvSpPr>
            <a:spLocks noGrp="1"/>
          </p:cNvSpPr>
          <p:nvPr/>
        </p:nvSpPr>
        <p:spPr>
          <a:xfrm rot="10800000">
            <a:off x="4994275" y="1375410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53" name="object 124"/>
          <p:cNvSpPr>
            <a:spLocks noGrp="1"/>
          </p:cNvSpPr>
          <p:nvPr/>
        </p:nvSpPr>
        <p:spPr>
          <a:xfrm>
            <a:off x="5343525" y="1711960"/>
            <a:ext cx="6457315" cy="1938655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最小化订阅：按最小化购买产品订阅，用于产品使用，下载最新补丁，查询案例等，但是提高商务谈判自主权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驻场支持：提供驻场工程师和客户一起进行日常运维与技术热点测试预研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定期技术交流和第三方技术咨询：疑难杂症处理、跨平台和厂商问题协同处理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85445" y="4458970"/>
            <a:ext cx="11599545" cy="2047875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31" name="五边形 30"/>
          <p:cNvSpPr>
            <a:spLocks noGrp="1"/>
          </p:cNvSpPr>
          <p:nvPr/>
        </p:nvSpPr>
        <p:spPr>
          <a:xfrm>
            <a:off x="220345" y="4463415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客户价值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32" name="文本框 31"/>
          <p:cNvSpPr>
            <a:spLocks noGrp="1"/>
          </p:cNvSpPr>
          <p:nvPr/>
        </p:nvSpPr>
        <p:spPr>
          <a:xfrm>
            <a:off x="779145" y="5223510"/>
            <a:ext cx="179705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实现成本最优化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3" name="文本框 32"/>
          <p:cNvSpPr>
            <a:spLocks noGrp="1"/>
          </p:cNvSpPr>
          <p:nvPr/>
        </p:nvSpPr>
        <p:spPr>
          <a:xfrm>
            <a:off x="779145" y="5517515"/>
            <a:ext cx="2807335" cy="12922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最小化成本解决容器运维及合规性问题，达成成本、合规及运维安全的平衡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indent="0">
              <a:lnSpc>
                <a:spcPct val="150000"/>
              </a:lnSpc>
              <a:buNone/>
            </a:pP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4" name="直角三角形 33"/>
          <p:cNvSpPr>
            <a:spLocks noGrp="1"/>
          </p:cNvSpPr>
          <p:nvPr/>
        </p:nvSpPr>
        <p:spPr>
          <a:xfrm rot="10800000">
            <a:off x="220345" y="4944745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5" name="文本框 34"/>
          <p:cNvSpPr>
            <a:spLocks noGrp="1"/>
          </p:cNvSpPr>
          <p:nvPr/>
        </p:nvSpPr>
        <p:spPr>
          <a:xfrm>
            <a:off x="4846320" y="5223510"/>
            <a:ext cx="136525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业务稳定性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6" name="文本框 35"/>
          <p:cNvSpPr>
            <a:spLocks noGrp="1"/>
          </p:cNvSpPr>
          <p:nvPr/>
        </p:nvSpPr>
        <p:spPr>
          <a:xfrm>
            <a:off x="4846320" y="5517515"/>
            <a:ext cx="3232785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9525">
              <a:lnSpc>
                <a:spcPct val="150000"/>
              </a:lnSpc>
              <a:spcBef>
                <a:spcPts val="165"/>
              </a:spcBef>
              <a:buNone/>
            </a:pPr>
            <a:r>
              <a:rPr sz="1400"/>
              <a:t>保障客户业务稳定性及连续性要求，技术兜底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7" name="文本框 36"/>
          <p:cNvSpPr>
            <a:spLocks noGrp="1"/>
          </p:cNvSpPr>
          <p:nvPr/>
        </p:nvSpPr>
        <p:spPr>
          <a:xfrm>
            <a:off x="9338945" y="5223510"/>
            <a:ext cx="114935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合规可控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>
            <a:spLocks noGrp="1"/>
          </p:cNvSpPr>
          <p:nvPr/>
        </p:nvSpPr>
        <p:spPr>
          <a:xfrm>
            <a:off x="9338945" y="5517515"/>
            <a:ext cx="1955800" cy="322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sz="1400"/>
              <a:t>满足金融合规性要求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9" name="object 8"/>
          <p:cNvSpPr>
            <a:spLocks noGrp="1"/>
          </p:cNvSpPr>
          <p:nvPr/>
        </p:nvSpPr>
        <p:spPr>
          <a:xfrm>
            <a:off x="263827" y="1083502"/>
            <a:ext cx="4351607" cy="377825"/>
          </a:xfrm>
          <a:prstGeom prst="rect">
            <a:avLst/>
          </a:prstGeom>
        </p:spPr>
        <p:txBody>
          <a:bodyPr vert="horz" wrap="square" lIns="0" tIns="9433" rIns="0" bIns="0">
            <a:normAutofit fontScale="90000"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352425" indent="-342900" algn="ctr">
              <a:lnSpc>
                <a:spcPct val="100000"/>
              </a:lnSpc>
              <a:spcBef>
                <a:spcPts val="75"/>
              </a:spcBef>
              <a:buFont typeface="Wingdings" panose="05000000000000000000"/>
              <a:buChar char=""/>
            </a:pPr>
            <a:r>
              <a:rPr>
                <a:solidFill>
                  <a:schemeClr val="bg1"/>
                </a:solidFill>
                <a:latin typeface="+mn-lt"/>
                <a:ea typeface="+mn-lt"/>
                <a:cs typeface="+mn-lt"/>
              </a:rPr>
              <a:t>容器云平台技术支持服务</a:t>
            </a: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  <a:p>
            <a:pPr marL="352425" indent="-342900" algn="ctr">
              <a:lnSpc>
                <a:spcPct val="100000"/>
              </a:lnSpc>
              <a:spcBef>
                <a:spcPts val="75"/>
              </a:spcBef>
              <a:buFont typeface="Wingdings" panose="05000000000000000000"/>
              <a:buChar char=""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4146233" y="5342573"/>
            <a:ext cx="0" cy="79375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8645843" y="5305108"/>
            <a:ext cx="0" cy="79375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14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圆角矩形 40"/>
          <p:cNvSpPr>
            <a:spLocks noGrp="1"/>
          </p:cNvSpPr>
          <p:nvPr/>
        </p:nvSpPr>
        <p:spPr>
          <a:xfrm>
            <a:off x="263525" y="897890"/>
            <a:ext cx="4440555" cy="711835"/>
          </a:xfrm>
          <a:prstGeom prst="roundRect">
            <a:avLst>
              <a:gd name="adj" fmla="val 4291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endParaRPr sz="1600" b="1">
              <a:solidFill>
                <a:srgbClr val="FFFFFF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132080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典型案例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12" name="弧形 111"/>
          <p:cNvSpPr>
            <a:spLocks noGrp="1"/>
          </p:cNvSpPr>
          <p:nvPr/>
        </p:nvSpPr>
        <p:spPr>
          <a:xfrm rot="3600000">
            <a:off x="11804328" y="10252302"/>
            <a:ext cx="1686077" cy="1686077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85445" y="1841500"/>
            <a:ext cx="4318635" cy="2371090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20" name="五边形 19"/>
          <p:cNvSpPr>
            <a:spLocks noGrp="1"/>
          </p:cNvSpPr>
          <p:nvPr/>
        </p:nvSpPr>
        <p:spPr>
          <a:xfrm>
            <a:off x="220345" y="1845945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项目背景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24" name="文本框 23"/>
          <p:cNvSpPr>
            <a:spLocks noGrp="1"/>
          </p:cNvSpPr>
          <p:nvPr/>
        </p:nvSpPr>
        <p:spPr>
          <a:xfrm>
            <a:off x="1898015" y="1972945"/>
            <a:ext cx="107950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sz="1600" b="1" spc="100">
                <a:solidFill>
                  <a:schemeClr val="accent1"/>
                </a:solidFill>
              </a:rPr>
              <a:t>某</a:t>
            </a:r>
            <a:r>
              <a:rPr sz="1600" b="1" spc="100">
                <a:solidFill>
                  <a:schemeClr val="accent1"/>
                </a:solidFill>
              </a:rPr>
              <a:t>基金公司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550545" y="2487930"/>
            <a:ext cx="3971290" cy="1615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系统架构陈旧：需要安全可靠、弹性扩展的云计算能力，同时兼容传统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IT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架构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信创融合：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基于成本以及信创未来发展趋势考量，需要打造一套利旧及信创融合统管环境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金融信创转型强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需求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5" name="直角三角形 54"/>
          <p:cNvSpPr>
            <a:spLocks noGrp="1"/>
          </p:cNvSpPr>
          <p:nvPr/>
        </p:nvSpPr>
        <p:spPr>
          <a:xfrm rot="10800000">
            <a:off x="220345" y="2327275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59375" y="889635"/>
            <a:ext cx="6826250" cy="3319145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22" name="五边形 21"/>
          <p:cNvSpPr>
            <a:spLocks noGrp="1"/>
          </p:cNvSpPr>
          <p:nvPr/>
        </p:nvSpPr>
        <p:spPr>
          <a:xfrm>
            <a:off x="4994275" y="894080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祥云方案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27" name="直角三角形 26"/>
          <p:cNvSpPr>
            <a:spLocks noGrp="1"/>
          </p:cNvSpPr>
          <p:nvPr/>
        </p:nvSpPr>
        <p:spPr>
          <a:xfrm rot="10800000">
            <a:off x="4994275" y="1375410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85445" y="4458970"/>
            <a:ext cx="11599545" cy="2047875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31" name="五边形 30"/>
          <p:cNvSpPr>
            <a:spLocks noGrp="1"/>
          </p:cNvSpPr>
          <p:nvPr/>
        </p:nvSpPr>
        <p:spPr>
          <a:xfrm>
            <a:off x="220345" y="4463415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客户价值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32" name="文本框 31"/>
          <p:cNvSpPr>
            <a:spLocks noGrp="1"/>
          </p:cNvSpPr>
          <p:nvPr/>
        </p:nvSpPr>
        <p:spPr>
          <a:xfrm>
            <a:off x="779145" y="5223510"/>
            <a:ext cx="243459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IT</a:t>
            </a:r>
            <a:r>
              <a:rPr sz="1600" b="1" spc="100">
                <a:solidFill>
                  <a:schemeClr val="accent1"/>
                </a:solidFill>
              </a:rPr>
              <a:t>转型与信创建设结合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3" name="文本框 32"/>
          <p:cNvSpPr>
            <a:spLocks noGrp="1"/>
          </p:cNvSpPr>
          <p:nvPr/>
        </p:nvSpPr>
        <p:spPr>
          <a:xfrm>
            <a:off x="779145" y="5517515"/>
            <a:ext cx="2807335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从信创咨询到通过信创云实现信创基础底座重塑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4" name="直角三角形 33"/>
          <p:cNvSpPr>
            <a:spLocks noGrp="1"/>
          </p:cNvSpPr>
          <p:nvPr/>
        </p:nvSpPr>
        <p:spPr>
          <a:xfrm rot="10800000">
            <a:off x="220345" y="4944745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5" name="文本框 34"/>
          <p:cNvSpPr>
            <a:spLocks noGrp="1"/>
          </p:cNvSpPr>
          <p:nvPr/>
        </p:nvSpPr>
        <p:spPr>
          <a:xfrm>
            <a:off x="4846320" y="5223510"/>
            <a:ext cx="236347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分散管理</a:t>
            </a:r>
            <a:r>
              <a:rPr sz="1600" b="1" spc="100">
                <a:solidFill>
                  <a:schemeClr val="accent1"/>
                </a:solidFill>
              </a:rPr>
              <a:t> -&gt; </a:t>
            </a:r>
            <a:r>
              <a:rPr sz="1600" b="1" spc="100">
                <a:solidFill>
                  <a:schemeClr val="accent1"/>
                </a:solidFill>
              </a:rPr>
              <a:t>统一平台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6" name="文本框 35"/>
          <p:cNvSpPr>
            <a:spLocks noGrp="1"/>
          </p:cNvSpPr>
          <p:nvPr/>
        </p:nvSpPr>
        <p:spPr>
          <a:xfrm>
            <a:off x="4846320" y="5517515"/>
            <a:ext cx="3232785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9525">
              <a:lnSpc>
                <a:spcPct val="150000"/>
              </a:lnSpc>
              <a:spcBef>
                <a:spcPts val="165"/>
              </a:spcBef>
              <a:buNone/>
            </a:pPr>
            <a:r>
              <a:rPr sz="1400"/>
              <a:t>技术驱动信创改造同时对利旧传统环境统一平台管理</a:t>
            </a:r>
            <a:endParaRPr sz="1400"/>
          </a:p>
        </p:txBody>
      </p:sp>
      <p:sp>
        <p:nvSpPr>
          <p:cNvPr id="37" name="文本框 36"/>
          <p:cNvSpPr>
            <a:spLocks noGrp="1"/>
          </p:cNvSpPr>
          <p:nvPr/>
        </p:nvSpPr>
        <p:spPr>
          <a:xfrm>
            <a:off x="9338945" y="5223510"/>
            <a:ext cx="114935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合规可控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>
            <a:spLocks noGrp="1"/>
          </p:cNvSpPr>
          <p:nvPr/>
        </p:nvSpPr>
        <p:spPr>
          <a:xfrm>
            <a:off x="9338945" y="5517515"/>
            <a:ext cx="1955800" cy="990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9525">
              <a:lnSpc>
                <a:spcPct val="150000"/>
              </a:lnSpc>
              <a:spcBef>
                <a:spcPts val="165"/>
              </a:spcBef>
              <a:buNone/>
            </a:pPr>
            <a:r>
              <a:rPr sz="1400"/>
              <a:t> </a:t>
            </a:r>
            <a:r>
              <a:rPr sz="1400"/>
              <a:t>满足金融安全战略要求，</a:t>
            </a:r>
            <a:r>
              <a:rPr sz="1400"/>
              <a:t>j</a:t>
            </a:r>
            <a:r>
              <a:rPr sz="1400"/>
              <a:t>监管合规</a:t>
            </a:r>
            <a:r>
              <a:rPr sz="1400"/>
              <a:t>可控</a:t>
            </a:r>
            <a:endParaRPr sz="1400"/>
          </a:p>
          <a:p>
            <a:pPr marL="9525">
              <a:lnSpc>
                <a:spcPct val="150000"/>
              </a:lnSpc>
              <a:spcBef>
                <a:spcPts val="165"/>
              </a:spcBef>
              <a:buNone/>
            </a:pPr>
            <a:endParaRPr sz="1400"/>
          </a:p>
        </p:txBody>
      </p:sp>
      <p:sp>
        <p:nvSpPr>
          <p:cNvPr id="39" name="object 8"/>
          <p:cNvSpPr>
            <a:spLocks noGrp="1"/>
          </p:cNvSpPr>
          <p:nvPr/>
        </p:nvSpPr>
        <p:spPr>
          <a:xfrm>
            <a:off x="263827" y="1083502"/>
            <a:ext cx="4351607" cy="377825"/>
          </a:xfrm>
          <a:prstGeom prst="rect">
            <a:avLst/>
          </a:prstGeom>
        </p:spPr>
        <p:txBody>
          <a:bodyPr vert="horz" wrap="square" lIns="0" tIns="9433" rIns="0" bIns="0">
            <a:normAutofit fontScale="90000"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352425" indent="-342900" algn="ctr">
              <a:lnSpc>
                <a:spcPct val="100000"/>
              </a:lnSpc>
              <a:spcBef>
                <a:spcPts val="75"/>
              </a:spcBef>
              <a:buFont typeface="Wingdings" panose="05000000000000000000"/>
              <a:buChar char=""/>
            </a:pPr>
            <a:r>
              <a:rPr>
                <a:solidFill>
                  <a:schemeClr val="bg1"/>
                </a:solidFill>
                <a:latin typeface="+mn-lt"/>
                <a:ea typeface="+mn-lt"/>
                <a:cs typeface="+mn-lt"/>
              </a:rPr>
              <a:t>证券业态信创建设</a:t>
            </a: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  <a:p>
            <a:pPr marL="9525" indent="0" algn="ctr">
              <a:lnSpc>
                <a:spcPct val="100000"/>
              </a:lnSpc>
              <a:spcBef>
                <a:spcPts val="75"/>
              </a:spcBef>
              <a:buFont typeface="Wingdings" panose="05000000000000000000"/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4146233" y="5342573"/>
            <a:ext cx="0" cy="79375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8645843" y="5305108"/>
            <a:ext cx="0" cy="79375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" name="object 124"/>
          <p:cNvSpPr>
            <a:spLocks noGrp="1"/>
          </p:cNvSpPr>
          <p:nvPr/>
        </p:nvSpPr>
        <p:spPr>
          <a:xfrm>
            <a:off x="9138285" y="1238250"/>
            <a:ext cx="2731770" cy="2732405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indent="0" algn="l">
              <a:lnSpc>
                <a:spcPct val="150000"/>
              </a:lnSpc>
              <a:buClrTx/>
              <a:buSzTx/>
              <a:buFont typeface="Wingdings" panose="05000000000000000000"/>
              <a:buNone/>
            </a:pPr>
            <a:r>
              <a:rPr sz="1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信创咨询服务</a:t>
            </a:r>
            <a:endParaRPr sz="1400" b="1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解读监管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合规，全栈信创改造链条，围绕适配指导、项目式推进，全程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保驾护航。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lvl="0" indent="0" algn="l">
              <a:lnSpc>
                <a:spcPct val="150000"/>
              </a:lnSpc>
              <a:buClrTx/>
              <a:buSzTx/>
              <a:buFont typeface="Wingdings" panose="05000000000000000000"/>
              <a:buNone/>
            </a:pPr>
            <a:r>
              <a:rPr sz="1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信创基础</a:t>
            </a:r>
            <a:r>
              <a:rPr sz="1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架构建设</a:t>
            </a:r>
            <a:endParaRPr sz="1400" b="1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结合信创及架构换新数字化转型两步并作一步走，从信创选型到落地部署交付，整车方案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。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43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4935" y="1609725"/>
            <a:ext cx="3880485" cy="2292985"/>
          </a:xfrm>
          <a:prstGeom prst="rect">
            <a:avLst/>
          </a:prstGeom>
        </p:spPr>
      </p:pic>
      <p:pic>
        <p:nvPicPr>
          <p:cNvPr id="144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779145" y="248920"/>
            <a:ext cx="1320800" cy="400050"/>
          </a:xfrm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2600">
                <a:solidFill>
                  <a:srgbClr val="1A3BC6"/>
                </a:solidFill>
              </a:rPr>
              <a:t>典型案例</a:t>
            </a:r>
            <a:endParaRPr sz="2600">
              <a:solidFill>
                <a:srgbClr val="1A3BC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4785" y="273050"/>
            <a:ext cx="292100" cy="292100"/>
          </a:xfrm>
          <a:prstGeom prst="rect">
            <a:avLst/>
          </a:prstGeom>
          <a:solidFill>
            <a:srgbClr val="1A3B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363855"/>
            <a:ext cx="226695" cy="226695"/>
          </a:xfrm>
          <a:prstGeom prst="rect">
            <a:avLst/>
          </a:prstGeom>
          <a:solidFill>
            <a:srgbClr val="63E6E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-19685"/>
            <a:ext cx="12193270" cy="76200"/>
          </a:xfrm>
          <a:prstGeom prst="rect">
            <a:avLst/>
          </a:pr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0" y="6616997"/>
            <a:ext cx="12193270" cy="251163"/>
          </a:xfrm>
          <a:custGeom>
            <a:avLst/>
            <a:gdLst/>
            <a:ahLst/>
            <a:cxnLst/>
            <a:rect l="l" t="t" r="r" b="b"/>
            <a:pathLst>
              <a:path w="19206" h="396">
                <a:moveTo>
                  <a:pt x="19202" y="30"/>
                </a:moveTo>
                <a:lnTo>
                  <a:pt x="19202" y="396"/>
                </a:lnTo>
                <a:lnTo>
                  <a:pt x="0" y="396"/>
                </a:lnTo>
                <a:lnTo>
                  <a:pt x="0" y="0"/>
                </a:lnTo>
                <a:cubicBezTo>
                  <a:pt x="401" y="25"/>
                  <a:pt x="1484" y="70"/>
                  <a:pt x="1821" y="81"/>
                </a:cubicBezTo>
                <a:lnTo>
                  <a:pt x="2035" y="88"/>
                </a:lnTo>
                <a:lnTo>
                  <a:pt x="2254" y="95"/>
                </a:lnTo>
                <a:lnTo>
                  <a:pt x="2477" y="102"/>
                </a:lnTo>
                <a:lnTo>
                  <a:pt x="2705" y="109"/>
                </a:lnTo>
                <a:lnTo>
                  <a:pt x="2937" y="115"/>
                </a:lnTo>
                <a:lnTo>
                  <a:pt x="3173" y="121"/>
                </a:lnTo>
                <a:lnTo>
                  <a:pt x="3414" y="127"/>
                </a:lnTo>
                <a:lnTo>
                  <a:pt x="3659" y="133"/>
                </a:lnTo>
                <a:lnTo>
                  <a:pt x="3908" y="139"/>
                </a:lnTo>
                <a:lnTo>
                  <a:pt x="4160" y="144"/>
                </a:lnTo>
                <a:lnTo>
                  <a:pt x="4417" y="149"/>
                </a:lnTo>
                <a:lnTo>
                  <a:pt x="4677" y="154"/>
                </a:lnTo>
                <a:lnTo>
                  <a:pt x="4941" y="159"/>
                </a:lnTo>
                <a:lnTo>
                  <a:pt x="5208" y="164"/>
                </a:lnTo>
                <a:lnTo>
                  <a:pt x="5479" y="168"/>
                </a:lnTo>
                <a:lnTo>
                  <a:pt x="5754" y="172"/>
                </a:lnTo>
                <a:lnTo>
                  <a:pt x="6031" y="175"/>
                </a:lnTo>
                <a:lnTo>
                  <a:pt x="6312" y="179"/>
                </a:lnTo>
                <a:lnTo>
                  <a:pt x="6595" y="182"/>
                </a:lnTo>
                <a:lnTo>
                  <a:pt x="6882" y="185"/>
                </a:lnTo>
                <a:lnTo>
                  <a:pt x="7171" y="188"/>
                </a:lnTo>
                <a:lnTo>
                  <a:pt x="7463" y="190"/>
                </a:lnTo>
                <a:lnTo>
                  <a:pt x="7758" y="192"/>
                </a:lnTo>
                <a:lnTo>
                  <a:pt x="8056" y="194"/>
                </a:lnTo>
                <a:lnTo>
                  <a:pt x="8355" y="196"/>
                </a:lnTo>
                <a:lnTo>
                  <a:pt x="8658" y="197"/>
                </a:lnTo>
                <a:lnTo>
                  <a:pt x="8962" y="198"/>
                </a:lnTo>
                <a:lnTo>
                  <a:pt x="9269" y="199"/>
                </a:lnTo>
                <a:lnTo>
                  <a:pt x="9577" y="199"/>
                </a:lnTo>
                <a:lnTo>
                  <a:pt x="9888" y="200"/>
                </a:lnTo>
                <a:lnTo>
                  <a:pt x="10199" y="199"/>
                </a:lnTo>
                <a:lnTo>
                  <a:pt x="10507" y="199"/>
                </a:lnTo>
                <a:lnTo>
                  <a:pt x="10814" y="198"/>
                </a:lnTo>
                <a:lnTo>
                  <a:pt x="11118" y="197"/>
                </a:lnTo>
                <a:lnTo>
                  <a:pt x="11421" y="196"/>
                </a:lnTo>
                <a:lnTo>
                  <a:pt x="11720" y="194"/>
                </a:lnTo>
                <a:lnTo>
                  <a:pt x="12018" y="192"/>
                </a:lnTo>
                <a:lnTo>
                  <a:pt x="12313" y="190"/>
                </a:lnTo>
                <a:lnTo>
                  <a:pt x="12605" y="188"/>
                </a:lnTo>
                <a:lnTo>
                  <a:pt x="12894" y="185"/>
                </a:lnTo>
                <a:lnTo>
                  <a:pt x="13181" y="182"/>
                </a:lnTo>
                <a:lnTo>
                  <a:pt x="13464" y="179"/>
                </a:lnTo>
                <a:lnTo>
                  <a:pt x="13745" y="175"/>
                </a:lnTo>
                <a:lnTo>
                  <a:pt x="14022" y="172"/>
                </a:lnTo>
                <a:lnTo>
                  <a:pt x="14297" y="168"/>
                </a:lnTo>
                <a:lnTo>
                  <a:pt x="14568" y="164"/>
                </a:lnTo>
                <a:lnTo>
                  <a:pt x="14835" y="159"/>
                </a:lnTo>
                <a:lnTo>
                  <a:pt x="15099" y="154"/>
                </a:lnTo>
                <a:lnTo>
                  <a:pt x="15359" y="149"/>
                </a:lnTo>
                <a:lnTo>
                  <a:pt x="15616" y="144"/>
                </a:lnTo>
                <a:lnTo>
                  <a:pt x="15868" y="139"/>
                </a:lnTo>
                <a:lnTo>
                  <a:pt x="16117" y="133"/>
                </a:lnTo>
                <a:lnTo>
                  <a:pt x="16362" y="127"/>
                </a:lnTo>
                <a:lnTo>
                  <a:pt x="16603" y="121"/>
                </a:lnTo>
                <a:lnTo>
                  <a:pt x="16839" y="115"/>
                </a:lnTo>
                <a:lnTo>
                  <a:pt x="17071" y="109"/>
                </a:lnTo>
                <a:lnTo>
                  <a:pt x="17299" y="102"/>
                </a:lnTo>
                <a:lnTo>
                  <a:pt x="17522" y="95"/>
                </a:lnTo>
                <a:lnTo>
                  <a:pt x="17741" y="88"/>
                </a:lnTo>
                <a:lnTo>
                  <a:pt x="17955" y="81"/>
                </a:lnTo>
                <a:cubicBezTo>
                  <a:pt x="18423" y="66"/>
                  <a:pt x="19275" y="27"/>
                  <a:pt x="19202" y="30"/>
                </a:cubicBezTo>
                <a:close/>
              </a:path>
            </a:pathLst>
          </a:custGeom>
          <a:gradFill>
            <a:gsLst>
              <a:gs pos="100000">
                <a:srgbClr val="60E6E1"/>
              </a:gs>
              <a:gs pos="0">
                <a:srgbClr val="193B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112" name="弧形 111"/>
          <p:cNvSpPr>
            <a:spLocks noGrp="1"/>
          </p:cNvSpPr>
          <p:nvPr/>
        </p:nvSpPr>
        <p:spPr>
          <a:xfrm rot="3600000">
            <a:off x="11804328" y="10252302"/>
            <a:ext cx="1686077" cy="1686077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263525" y="897890"/>
            <a:ext cx="4440555" cy="711835"/>
          </a:xfrm>
          <a:prstGeom prst="roundRect">
            <a:avLst>
              <a:gd name="adj" fmla="val 4291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85445" y="1841500"/>
            <a:ext cx="4318635" cy="2371090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20" name="五边形 19"/>
          <p:cNvSpPr>
            <a:spLocks noGrp="1"/>
          </p:cNvSpPr>
          <p:nvPr/>
        </p:nvSpPr>
        <p:spPr>
          <a:xfrm>
            <a:off x="220345" y="1845945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项目背景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24" name="文本框 23"/>
          <p:cNvSpPr>
            <a:spLocks noGrp="1"/>
          </p:cNvSpPr>
          <p:nvPr/>
        </p:nvSpPr>
        <p:spPr>
          <a:xfrm>
            <a:off x="1898015" y="1972945"/>
            <a:ext cx="151130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sz="1600" b="1" spc="100">
                <a:solidFill>
                  <a:schemeClr val="accent1"/>
                </a:solidFill>
              </a:rPr>
              <a:t>某航空科技</a:t>
            </a:r>
            <a:r>
              <a:rPr sz="1600" b="1" spc="100">
                <a:solidFill>
                  <a:schemeClr val="accent1"/>
                </a:solidFill>
              </a:rPr>
              <a:t>公司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550545" y="2487930"/>
            <a:ext cx="3971290" cy="1615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企业内部存在效率瓶颈，数据价值未被充分挖掘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企业核心业务数据的治理与标准化，构建统一数据湖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/ 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数据仓库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结合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AI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技术红利，实现转型升级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5" name="直角三角形 54"/>
          <p:cNvSpPr>
            <a:spLocks noGrp="1"/>
          </p:cNvSpPr>
          <p:nvPr/>
        </p:nvSpPr>
        <p:spPr>
          <a:xfrm rot="10800000">
            <a:off x="220345" y="2327275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59375" y="889635"/>
            <a:ext cx="6826250" cy="3319145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22" name="五边形 21"/>
          <p:cNvSpPr>
            <a:spLocks noGrp="1"/>
          </p:cNvSpPr>
          <p:nvPr/>
        </p:nvSpPr>
        <p:spPr>
          <a:xfrm>
            <a:off x="4994275" y="894080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祥云方案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27" name="直角三角形 26"/>
          <p:cNvSpPr>
            <a:spLocks noGrp="1"/>
          </p:cNvSpPr>
          <p:nvPr/>
        </p:nvSpPr>
        <p:spPr>
          <a:xfrm rot="10800000">
            <a:off x="4994275" y="1375410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53" name="object 124"/>
          <p:cNvSpPr>
            <a:spLocks noGrp="1"/>
          </p:cNvSpPr>
          <p:nvPr/>
        </p:nvSpPr>
        <p:spPr>
          <a:xfrm>
            <a:off x="5343525" y="1711960"/>
            <a:ext cx="6457315" cy="1938655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整合大模型、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RAG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、智能体、数据治理等核心能力，构建企业级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AI 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赋能平台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统一数据底座建设，组织与运营机制建设，解决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“AI 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长效落地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” 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问题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针对核心业务环节（如集成电路设计、代码开发、智能文档处理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），通过定制化智能体实现效率提升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7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0%+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85445" y="4458970"/>
            <a:ext cx="11599545" cy="2047875"/>
          </a:xfrm>
          <a:prstGeom prst="rect">
            <a:avLst/>
          </a:prstGeom>
          <a:gradFill>
            <a:gsLst>
              <a:gs pos="0">
                <a:schemeClr val="bg2">
                  <a:lumMod val="93000"/>
                  <a:lumOff val="7000"/>
                </a:schemeClr>
              </a:gs>
              <a:gs pos="100000">
                <a:schemeClr val="bg2">
                  <a:lumMod val="93000"/>
                  <a:lumOff val="7000"/>
                </a:schemeClr>
              </a:gs>
            </a:gsLst>
            <a:lin ang="10800000" scaled="0"/>
          </a:gradFill>
          <a:ln>
            <a:gradFill>
              <a:gsLst>
                <a:gs pos="0">
                  <a:schemeClr val="bg1">
                    <a:alpha val="3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228600" dist="38100" dir="8100000" algn="tr" rotWithShape="0">
              <a:schemeClr val="accent1">
                <a:lumMod val="20000"/>
                <a:lumOff val="80000"/>
                <a:alpha val="17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31" name="五边形 30"/>
          <p:cNvSpPr>
            <a:spLocks noGrp="1"/>
          </p:cNvSpPr>
          <p:nvPr/>
        </p:nvSpPr>
        <p:spPr>
          <a:xfrm>
            <a:off x="220345" y="4463415"/>
            <a:ext cx="1466215" cy="485140"/>
          </a:xfrm>
          <a:prstGeom prst="homePlate">
            <a:avLst/>
          </a:pr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  <a:r>
              <a:rPr sz="1400"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rPr>
              <a:t>客户价值</a:t>
            </a:r>
            <a:endParaRPr sz="1400" b="1">
              <a:solidFill>
                <a:srgbClr val="FFFFFF"/>
              </a:solidFill>
              <a:latin typeface="Microsoft YaHei Bold"/>
              <a:ea typeface="Microsoft YaHei Bold"/>
              <a:cs typeface="Microsoft YaHei Bold"/>
            </a:endParaRPr>
          </a:p>
        </p:txBody>
      </p:sp>
      <p:sp>
        <p:nvSpPr>
          <p:cNvPr id="32" name="文本框 31"/>
          <p:cNvSpPr>
            <a:spLocks noGrp="1"/>
          </p:cNvSpPr>
          <p:nvPr/>
        </p:nvSpPr>
        <p:spPr>
          <a:xfrm>
            <a:off x="779145" y="5223510"/>
            <a:ext cx="201295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扩大业务拓展</a:t>
            </a:r>
            <a:r>
              <a:rPr sz="1600" b="1" spc="100">
                <a:solidFill>
                  <a:schemeClr val="accent1"/>
                </a:solidFill>
              </a:rPr>
              <a:t>能力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3" name="文本框 32"/>
          <p:cNvSpPr>
            <a:spLocks noGrp="1"/>
          </p:cNvSpPr>
          <p:nvPr/>
        </p:nvSpPr>
        <p:spPr>
          <a:xfrm>
            <a:off x="779145" y="5517515"/>
            <a:ext cx="2807335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AI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赋能提升输出方案及研发能力，扩大业务广度及</a:t>
            </a:r>
            <a:r>
              <a:rPr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深度</a:t>
            </a:r>
            <a:endParaRPr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4" name="直角三角形 33"/>
          <p:cNvSpPr>
            <a:spLocks noGrp="1"/>
          </p:cNvSpPr>
          <p:nvPr/>
        </p:nvSpPr>
        <p:spPr>
          <a:xfrm rot="10800000">
            <a:off x="220345" y="4944745"/>
            <a:ext cx="133985" cy="13398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5" name="文本框 34"/>
          <p:cNvSpPr>
            <a:spLocks noGrp="1"/>
          </p:cNvSpPr>
          <p:nvPr/>
        </p:nvSpPr>
        <p:spPr>
          <a:xfrm>
            <a:off x="4846320" y="5223510"/>
            <a:ext cx="179705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企业标准化</a:t>
            </a:r>
            <a:r>
              <a:rPr sz="1600" b="1" spc="100">
                <a:solidFill>
                  <a:schemeClr val="accent1"/>
                </a:solidFill>
              </a:rPr>
              <a:t>建设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6" name="文本框 35"/>
          <p:cNvSpPr>
            <a:spLocks noGrp="1"/>
          </p:cNvSpPr>
          <p:nvPr/>
        </p:nvSpPr>
        <p:spPr>
          <a:xfrm>
            <a:off x="4846320" y="5517515"/>
            <a:ext cx="3232785" cy="9690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9525">
              <a:lnSpc>
                <a:spcPct val="150000"/>
              </a:lnSpc>
              <a:spcBef>
                <a:spcPts val="165"/>
              </a:spcBef>
              <a:buNone/>
            </a:pPr>
            <a:r>
              <a:rPr sz="1400"/>
              <a:t>在</a:t>
            </a:r>
            <a:r>
              <a:rPr sz="1400"/>
              <a:t>AI</a:t>
            </a:r>
            <a:r>
              <a:rPr sz="1400"/>
              <a:t>建设过程中，不断优化及打磨企业标准化，沉淀数据与模型资产，提升企业数据管理</a:t>
            </a:r>
            <a:r>
              <a:rPr sz="1400"/>
              <a:t>能力</a:t>
            </a:r>
            <a:endParaRPr sz="1400"/>
          </a:p>
        </p:txBody>
      </p:sp>
      <p:sp>
        <p:nvSpPr>
          <p:cNvPr id="37" name="文本框 36"/>
          <p:cNvSpPr>
            <a:spLocks noGrp="1"/>
          </p:cNvSpPr>
          <p:nvPr/>
        </p:nvSpPr>
        <p:spPr>
          <a:xfrm>
            <a:off x="9338945" y="5223510"/>
            <a:ext cx="1149350" cy="2457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 algn="l">
              <a:buClrTx/>
              <a:buSzTx/>
              <a:buFont typeface="Wingdings" panose="05000000000000000000"/>
              <a:buChar char=""/>
            </a:pPr>
            <a:r>
              <a:rPr sz="1600" b="1" spc="100">
                <a:solidFill>
                  <a:schemeClr val="accent1"/>
                </a:solidFill>
              </a:rPr>
              <a:t>创新</a:t>
            </a:r>
            <a:r>
              <a:rPr sz="1600" b="1" spc="100">
                <a:solidFill>
                  <a:schemeClr val="accent1"/>
                </a:solidFill>
              </a:rPr>
              <a:t>能力</a:t>
            </a:r>
            <a:endParaRPr sz="1600" b="1" spc="100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>
            <a:spLocks noGrp="1"/>
          </p:cNvSpPr>
          <p:nvPr/>
        </p:nvSpPr>
        <p:spPr>
          <a:xfrm>
            <a:off x="9338945" y="5517515"/>
            <a:ext cx="1955800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9525">
              <a:lnSpc>
                <a:spcPct val="150000"/>
              </a:lnSpc>
              <a:spcBef>
                <a:spcPts val="165"/>
              </a:spcBef>
              <a:buNone/>
            </a:pPr>
            <a:r>
              <a:rPr sz="1400"/>
              <a:t>行业</a:t>
            </a:r>
            <a:r>
              <a:rPr sz="1400"/>
              <a:t>AI</a:t>
            </a:r>
            <a:r>
              <a:rPr sz="1400"/>
              <a:t>突破创新，</a:t>
            </a:r>
            <a:r>
              <a:rPr sz="1400"/>
              <a:t>提升企业竞争力</a:t>
            </a:r>
            <a:endParaRPr sz="1400"/>
          </a:p>
        </p:txBody>
      </p:sp>
      <p:sp>
        <p:nvSpPr>
          <p:cNvPr id="39" name="object 8"/>
          <p:cNvSpPr>
            <a:spLocks noGrp="1"/>
          </p:cNvSpPr>
          <p:nvPr/>
        </p:nvSpPr>
        <p:spPr>
          <a:xfrm>
            <a:off x="263827" y="1083502"/>
            <a:ext cx="4351607" cy="377825"/>
          </a:xfrm>
          <a:prstGeom prst="rect">
            <a:avLst/>
          </a:prstGeom>
        </p:spPr>
        <p:txBody>
          <a:bodyPr vert="horz" wrap="square" lIns="0" tIns="9433" rIns="0" bIns="0">
            <a:normAutofit fontScale="90000"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352425" indent="-342900" algn="ctr">
              <a:lnSpc>
                <a:spcPct val="100000"/>
              </a:lnSpc>
              <a:spcBef>
                <a:spcPts val="75"/>
              </a:spcBef>
              <a:buFont typeface="Wingdings" panose="05000000000000000000"/>
              <a:buChar char=""/>
            </a:pPr>
            <a:r>
              <a:rPr>
                <a:solidFill>
                  <a:schemeClr val="bg1"/>
                </a:solidFill>
                <a:latin typeface="+mn-lt"/>
                <a:ea typeface="+mn-lt"/>
                <a:cs typeface="+mn-lt"/>
              </a:rPr>
              <a:t>AI</a:t>
            </a:r>
            <a:r>
              <a:rPr>
                <a:solidFill>
                  <a:schemeClr val="bg1"/>
                </a:solidFill>
                <a:latin typeface="+mn-lt"/>
                <a:ea typeface="+mn-lt"/>
                <a:cs typeface="+mn-lt"/>
              </a:rPr>
              <a:t>企业赋能</a:t>
            </a:r>
            <a:r>
              <a:rPr>
                <a:solidFill>
                  <a:schemeClr val="bg1"/>
                </a:solidFill>
                <a:latin typeface="+mn-lt"/>
                <a:ea typeface="+mn-lt"/>
                <a:cs typeface="+mn-lt"/>
              </a:rPr>
              <a:t>项目</a:t>
            </a: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4146233" y="5342573"/>
            <a:ext cx="0" cy="79375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8645843" y="5305108"/>
            <a:ext cx="0" cy="793750"/>
          </a:xfrm>
          <a:prstGeom prst="line">
            <a:avLst/>
          </a:prstGeom>
          <a:ln w="9525">
            <a:solidFill>
              <a:srgbClr val="BFBFB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14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832465" y="-247015"/>
            <a:ext cx="1760855" cy="188595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感谢观看</a:t>
            </a:r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4.9,&quot;left&quot;:332.5,&quot;top&quot;:152.95,&quot;width&quot;:617.75}"/>
</p:tagLst>
</file>

<file path=ppt/tags/tag2.xml><?xml version="1.0" encoding="utf-8"?>
<p:tagLst xmlns:p="http://schemas.openxmlformats.org/presentationml/2006/main">
  <p:tag name="KSO_WM_DIAGRAM_VIRTUALLY_FRAME" val="{&quot;height&quot;:364.9,&quot;left&quot;:332.5,&quot;top&quot;:152.95,&quot;width&quot;:617.75}"/>
</p:tagLst>
</file>

<file path=ppt/tags/tag3.xml><?xml version="1.0" encoding="utf-8"?>
<p:tagLst xmlns:p="http://schemas.openxmlformats.org/presentationml/2006/main">
  <p:tag name="KSO_WM_DIAGRAM_VIRTUALLY_FRAME" val="{&quot;height&quot;:364.9,&quot;left&quot;:332.5,&quot;top&quot;:152.95,&quot;width&quot;:617.75}"/>
</p:tagLst>
</file>

<file path=ppt/tags/tag4.xml><?xml version="1.0" encoding="utf-8"?>
<p:tagLst xmlns:p="http://schemas.openxmlformats.org/presentationml/2006/main">
  <p:tag name="KSO_WM_DIAGRAM_VIRTUALLY_FRAME" val="{&quot;height&quot;:364.9,&quot;left&quot;:332.5,&quot;top&quot;:152.95,&quot;width&quot;:617.75}"/>
</p:tagLst>
</file>

<file path=ppt/tags/tag5.xml><?xml version="1.0" encoding="utf-8"?>
<p:tagLst xmlns:p="http://schemas.openxmlformats.org/presentationml/2006/main">
  <p:tag name="KSO_WM_DIAGRAM_VIRTUALLY_FRAME" val="{&quot;height&quot;:364.9,&quot;left&quot;:332.5,&quot;top&quot;:152.95,&quot;width&quot;:617.75}"/>
</p:tagLst>
</file>

<file path=ppt/tags/tag6.xml><?xml version="1.0" encoding="utf-8"?>
<p:tagLst xmlns:p="http://schemas.openxmlformats.org/presentationml/2006/main">
  <p:tag name="KSO_WM_DIAGRAM_VIRTUALLY_FRAME" val="{&quot;height&quot;:364.9,&quot;left&quot;:332.5,&quot;top&quot;:152.95,&quot;width&quot;:617.75}"/>
</p:tagLst>
</file>

<file path=ppt/tags/tag7.xml><?xml version="1.0" encoding="utf-8"?>
<p:tagLst xmlns:p="http://schemas.openxmlformats.org/presentationml/2006/main">
  <p:tag name="KSO_WM_DIAGRAM_VIRTUALLY_FRAME" val="{&quot;height&quot;:364.9,&quot;left&quot;:332.5,&quot;top&quot;:152.95,&quot;width&quot;:617.75}"/>
</p:tagLst>
</file>

<file path=ppt/tags/tag8.xml><?xml version="1.0" encoding="utf-8"?>
<p:tagLst xmlns:p="http://schemas.openxmlformats.org/presentationml/2006/main">
  <p:tag name="KSO_WM_DIAGRAM_VIRTUALLY_FRAME" val="{&quot;height&quot;:364.9,&quot;left&quot;:332.5,&quot;top&quot;:152.95,&quot;width&quot;:617.75}"/>
</p:tagLst>
</file>

<file path=ppt/tags/tag9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10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11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12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13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14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15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16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17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18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19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20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21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22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23.xml><?xml version="1.0" encoding="utf-8"?>
<p:tagLst xmlns:p="http://schemas.openxmlformats.org/presentationml/2006/main">
  <p:tag name="KSO_WM_DIAGRAM_VIRTUALLY_FRAME" val="{&quot;height&quot;:436.35,&quot;left&quot;:25.5,&quot;top&quot;:70.7,&quot;width&quot;:590.75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5189_1*l_h_i*1_1_1"/>
  <p:tag name="KSO_WM_TEMPLATE_CATEGORY" val="diagram"/>
  <p:tag name="KSO_WM_TEMPLATE_INDEX" val="2023518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FILL_TYPE" val="3"/>
  <p:tag name="KSO_WM_DIAGRAM_MAX_ITEMCNT" val="2"/>
  <p:tag name="KSO_WM_DIAGRAM_MIN_ITEMCNT" val="2"/>
  <p:tag name="KSO_WM_DIAGRAM_VIRTUALLY_FRAME" val="{&quot;height&quot;:388.3,&quot;left&quot;:55.65,&quot;top&quot;:113.45,&quot;width&quot;:849.55}"/>
  <p:tag name="KSO_WM_DIAGRAM_COLOR_MATCH_VALUE" val="{&quot;shape&quot;:{&quot;fill&quot;:{&quot;gradient&quot;:[{&quot;brightness&quot;:0.4000000059604645,&quot;colorType&quot;:1,&quot;foreColorIndex&quot;:5,&quot;pos&quot;:0,&quot;transparency&quot;:0.949999988079071},{&quot;brightness&quot;:0.4000000059604645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.5600000023841858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1080_3*q_h_a*1_1_1"/>
  <p:tag name="KSO_WM_TEMPLATE_CATEGORY" val="diagram"/>
  <p:tag name="KSO_WM_TEMPLATE_INDEX" val="20231080"/>
  <p:tag name="KSO_WM_UNIT_LAYERLEVEL" val="1_1_1"/>
  <p:tag name="KSO_WM_TAG_VERSION" val="3.0"/>
  <p:tag name="KSO_WM_UNIT_PLACING_PICTURE_USER_VIEWPORT" val="{&quot;height&quot;:1133.8582677165355,&quot;width&quot;:4423}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2.3570524812121,&quot;left&quot;:55.45708661417323,&quot;top&quot;:103.99031030369551,&quot;width&quot;:849.78212598425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1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1080_3*q_h_a*1_1_1"/>
  <p:tag name="KSO_WM_TEMPLATE_CATEGORY" val="diagram"/>
  <p:tag name="KSO_WM_TEMPLATE_INDEX" val="20231080"/>
  <p:tag name="KSO_WM_UNIT_LAYERLEVEL" val="1_1_1"/>
  <p:tag name="KSO_WM_TAG_VERSION" val="3.0"/>
  <p:tag name="KSO_WM_UNIT_PLACING_PICTURE_USER_VIEWPORT" val="{&quot;height&quot;:1133.8582677165355,&quot;width&quot;:4423}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2.3570524812121,&quot;left&quot;:55.45708661417323,&quot;top&quot;:103.99031030369551,&quot;width&quot;:849.78212598425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custom40493002_1*i*16"/>
  <p:tag name="KSO_WM_TEMPLATE_CATEGORY" val="custom"/>
  <p:tag name="KSO_WM_TEMPLATE_INDEX" val="40493002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5189_1*l_h_i*1_1_1"/>
  <p:tag name="KSO_WM_TEMPLATE_CATEGORY" val="diagram"/>
  <p:tag name="KSO_WM_TEMPLATE_INDEX" val="2023518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FILL_TYPE" val="3"/>
  <p:tag name="KSO_WM_DIAGRAM_MAX_ITEMCNT" val="2"/>
  <p:tag name="KSO_WM_DIAGRAM_MIN_ITEMCNT" val="2"/>
  <p:tag name="KSO_WM_DIAGRAM_VIRTUALLY_FRAME" val="{&quot;height&quot;:388.3,&quot;left&quot;:55.65,&quot;top&quot;:113.45,&quot;width&quot;:849.55}"/>
  <p:tag name="KSO_WM_DIAGRAM_COLOR_MATCH_VALUE" val="{&quot;shape&quot;:{&quot;fill&quot;:{&quot;gradient&quot;:[{&quot;brightness&quot;:0.4000000059604645,&quot;colorType&quot;:1,&quot;foreColorIndex&quot;:5,&quot;pos&quot;:0,&quot;transparency&quot;:0.949999988079071},{&quot;brightness&quot;:0.4000000059604645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.5600000023841858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1080_3*q_h_a*1_1_1"/>
  <p:tag name="KSO_WM_TEMPLATE_CATEGORY" val="diagram"/>
  <p:tag name="KSO_WM_TEMPLATE_INDEX" val="20231080"/>
  <p:tag name="KSO_WM_UNIT_LAYERLEVEL" val="1_1_1"/>
  <p:tag name="KSO_WM_TAG_VERSION" val="3.0"/>
  <p:tag name="KSO_WM_UNIT_PLACING_PICTURE_USER_VIEWPORT" val="{&quot;height&quot;:1133.8582677165355,&quot;width&quot;:4423}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2.3570524812121,&quot;left&quot;:55.45708661417323,&quot;top&quot;:103.99031030369551,&quot;width&quot;:849.78212598425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1080_3*q_h_a*1_1_1"/>
  <p:tag name="KSO_WM_TEMPLATE_CATEGORY" val="diagram"/>
  <p:tag name="KSO_WM_TEMPLATE_INDEX" val="20231080"/>
  <p:tag name="KSO_WM_UNIT_LAYERLEVEL" val="1_1_1"/>
  <p:tag name="KSO_WM_TAG_VERSION" val="3.0"/>
  <p:tag name="KSO_WM_UNIT_PLACING_PICTURE_USER_VIEWPORT" val="{&quot;height&quot;:1133.8582677165355,&quot;width&quot;:4423}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2.3570524812121,&quot;left&quot;:55.45708661417323,&quot;top&quot;:103.99031030369551,&quot;width&quot;:849.78212598425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1080_3*q_h_a*1_1_1"/>
  <p:tag name="KSO_WM_TEMPLATE_CATEGORY" val="diagram"/>
  <p:tag name="KSO_WM_TEMPLATE_INDEX" val="20231080"/>
  <p:tag name="KSO_WM_UNIT_LAYERLEVEL" val="1_1_1"/>
  <p:tag name="KSO_WM_TAG_VERSION" val="3.0"/>
  <p:tag name="KSO_WM_UNIT_PLACING_PICTURE_USER_VIEWPORT" val="{&quot;height&quot;:1133.8582677165355,&quot;width&quot;:4423}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2.3570524812121,&quot;left&quot;:55.45708661417323,&quot;top&quot;:103.99031030369551,&quot;width&quot;:849.78212598425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custom40493002_1*i*16"/>
  <p:tag name="KSO_WM_TEMPLATE_CATEGORY" val="custom"/>
  <p:tag name="KSO_WM_TEMPLATE_INDEX" val="40493002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custom40493002_1*i*16"/>
  <p:tag name="KSO_WM_TEMPLATE_CATEGORY" val="custom"/>
  <p:tag name="KSO_WM_TEMPLATE_INDEX" val="40493002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DIAGRAM_VIRTUALLY_FRAME" val="{&quot;height&quot;:210.00238093887646,&quot;left&quot;:60,&quot;top&quot;:139.999990632924,&quot;width&quot;:820}"/>
</p:tagLst>
</file>

<file path=ppt/tags/tag35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36.xml><?xml version="1.0" encoding="utf-8"?>
<p:tagLst xmlns:p="http://schemas.openxmlformats.org/presentationml/2006/main">
  <p:tag name="KSO_WM_DIAGRAM_VIRTUALLY_FRAME" val="{&quot;height&quot;:210.00238093887646,&quot;left&quot;:60,&quot;top&quot;:139.999990632924,&quot;width&quot;:820}"/>
</p:tagLst>
</file>

<file path=ppt/tags/tag37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38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39.xml><?xml version="1.0" encoding="utf-8"?>
<p:tagLst xmlns:p="http://schemas.openxmlformats.org/presentationml/2006/main">
  <p:tag name="KSO_WM_DIAGRAM_VIRTUALLY_FRAME" val="{&quot;height&quot;:210.00238093887646,&quot;left&quot;:60,&quot;top&quot;:139.999990632924,&quot;width&quot;:820}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1080_3*q_h_a*1_1_1"/>
  <p:tag name="KSO_WM_TEMPLATE_CATEGORY" val="diagram"/>
  <p:tag name="KSO_WM_TEMPLATE_INDEX" val="20231080"/>
  <p:tag name="KSO_WM_UNIT_LAYERLEVEL" val="1_1_1"/>
  <p:tag name="KSO_WM_TAG_VERSION" val="3.0"/>
  <p:tag name="KSO_WM_UNIT_PLACING_PICTURE_USER_VIEWPORT" val="{&quot;height&quot;:1133.8582677165355,&quot;width&quot;:4423}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2.3570524812121,&quot;left&quot;:55.45708661417323,&quot;top&quot;:103.99031030369551,&quot;width&quot;:849.78212598425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custom40493002_1*i*16"/>
  <p:tag name="KSO_WM_TEMPLATE_CATEGORY" val="custom"/>
  <p:tag name="KSO_WM_TEMPLATE_INDEX" val="40493002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DIAGRAM_VIRTUALLY_FRAME" val="{&quot;height&quot;:210.00238093887646,&quot;left&quot;:60,&quot;top&quot;:139.999990632924,&quot;width&quot;:820}"/>
</p:tagLst>
</file>

<file path=ppt/tags/tag43.xml><?xml version="1.0" encoding="utf-8"?>
<p:tagLst xmlns:p="http://schemas.openxmlformats.org/presentationml/2006/main">
  <p:tag name="KSO_WM_DIAGRAM_VIRTUALLY_FRAME" val="{&quot;height&quot;:210.00238093887646,&quot;left&quot;:60,&quot;top&quot;:139.999990632924,&quot;width&quot;:820}"/>
</p:tagLst>
</file>

<file path=ppt/tags/tag44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i"/>
  <p:tag name="KSO_WM_UNIT_INDEX" val="1_1_16"/>
  <p:tag name="KSO_WM_UNIT_ID" val="diagram20186234_1*q_h_i*1_1_16"/>
  <p:tag name="KSO_WM_UNIT_LAYERLEVEL" val="1_1_1"/>
  <p:tag name="KSO_WM_DIAGRAM_GROUP_CODE" val="q1-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45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i"/>
  <p:tag name="KSO_WM_UNIT_INDEX" val="1_2_4"/>
  <p:tag name="KSO_WM_UNIT_ID" val="diagram20186234_1*q_h_i*1_2_4"/>
  <p:tag name="KSO_WM_UNIT_LAYERLEVEL" val="1_1_1"/>
  <p:tag name="KSO_WM_DIAGRAM_GROUP_CODE" val="q1-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46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i"/>
  <p:tag name="KSO_WM_UNIT_INDEX" val="1_3_4"/>
  <p:tag name="KSO_WM_UNIT_ID" val="diagram20186234_1*q_h_i*1_3_4"/>
  <p:tag name="KSO_WM_UNIT_LAYERLEVEL" val="1_1_1"/>
  <p:tag name="KSO_WM_DIAGRAM_GROUP_CODE" val="q1-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FILL_FORE_SCHEMECOLOR_INDEX" val="7"/>
  <p:tag name="KSO_WM_UNIT_FILL_TYPE" val="1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47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i"/>
  <p:tag name="KSO_WM_UNIT_INDEX" val="1_4_3"/>
  <p:tag name="KSO_WM_UNIT_ID" val="diagram20186234_1*q_h_i*1_4_3"/>
  <p:tag name="KSO_WM_UNIT_LAYERLEVEL" val="1_1_1"/>
  <p:tag name="KSO_WM_DIAGRAM_GROUP_CODE" val="q1-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FILL_FORE_SCHEMECOLOR_INDEX" val="8"/>
  <p:tag name="KSO_WM_UNIT_FILL_TYPE" val="1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48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i"/>
  <p:tag name="KSO_WM_UNIT_INDEX" val="1_2_1"/>
  <p:tag name="KSO_WM_UNIT_ID" val="diagram20186234_1*q_h_i*1_2_1"/>
  <p:tag name="KSO_WM_UNIT_LAYERLEVEL" val="1_1_1"/>
  <p:tag name="KSO_WM_DIAGRAM_GROUP_CODE" val="q1-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49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i"/>
  <p:tag name="KSO_WM_UNIT_INDEX" val="1_3_1"/>
  <p:tag name="KSO_WM_UNIT_ID" val="diagram20186234_1*q_h_i*1_3_1"/>
  <p:tag name="KSO_WM_UNIT_LAYERLEVEL" val="1_1_1"/>
  <p:tag name="KSO_WM_DIAGRAM_GROUP_CODE" val="q1-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FILL_FORE_SCHEMECOLOR_INDEX" val="7"/>
  <p:tag name="KSO_WM_UNIT_FILL_TYPE" val="1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50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i"/>
  <p:tag name="KSO_WM_UNIT_INDEX" val="1_3_2"/>
  <p:tag name="KSO_WM_UNIT_ID" val="diagram20186234_1*q_h_i*1_3_2"/>
  <p:tag name="KSO_WM_UNIT_LAYERLEVEL" val="1_1_1"/>
  <p:tag name="KSO_WM_DIAGRAM_GROUP_CODE" val="q1-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51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i"/>
  <p:tag name="KSO_WM_UNIT_INDEX" val="1_3_3"/>
  <p:tag name="KSO_WM_UNIT_ID" val="diagram20186234_1*q_h_i*1_3_3"/>
  <p:tag name="KSO_WM_UNIT_LAYERLEVEL" val="1_1_1"/>
  <p:tag name="KSO_WM_DIAGRAM_GROUP_CODE" val="q1-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52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f"/>
  <p:tag name="KSO_WM_UNIT_INDEX" val="1_2_1"/>
  <p:tag name="KSO_WM_UNIT_ID" val="diagram20186234_1*q_h_f*1_2_1"/>
  <p:tag name="KSO_WM_UNIT_LAYERLEVEL" val="1_1_1"/>
  <p:tag name="KSO_WM_UNIT_VALUE" val="45"/>
  <p:tag name="KSO_WM_UNIT_HIGHLIGHT" val="0"/>
  <p:tag name="KSO_WM_UNIT_COMPATIBLE" val="0"/>
  <p:tag name="KSO_WM_DIAGRAM_GROUP_CODE" val="q1-1"/>
  <p:tag name="KSO_WM_BEAUTIFY_FLAG" val="#wm#"/>
  <p:tag name="KSO_WM_UNIT_PRESET_TEXT" val="此部分内容作为文字排版占位显示 （建议使用主题字体）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53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a"/>
  <p:tag name="KSO_WM_UNIT_INDEX" val="1_2_1"/>
  <p:tag name="KSO_WM_UNIT_ID" val="diagram20186234_1*q_h_a*1_2_1"/>
  <p:tag name="KSO_WM_UNIT_LAYERLEVEL" val="1_1_1"/>
  <p:tag name="KSO_WM_UNIT_VALUE" val="6"/>
  <p:tag name="KSO_WM_UNIT_HIGHLIGHT" val="0"/>
  <p:tag name="KSO_WM_UNIT_COMPATIBLE" val="0"/>
  <p:tag name="KSO_WM_DIAGRAM_GROUP_CODE" val="q1-1"/>
  <p:tag name="KSO_WM_BEAUTIFY_FLAG" val="#wm#"/>
  <p:tag name="KSO_WM_UNIT_PRESET_TEXT" val="标题文本预设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6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54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f"/>
  <p:tag name="KSO_WM_UNIT_INDEX" val="1_3_1"/>
  <p:tag name="KSO_WM_UNIT_ID" val="diagram20186234_1*q_h_f*1_3_1"/>
  <p:tag name="KSO_WM_UNIT_LAYERLEVEL" val="1_1_1"/>
  <p:tag name="KSO_WM_UNIT_VALUE" val="45"/>
  <p:tag name="KSO_WM_UNIT_HIGHLIGHT" val="0"/>
  <p:tag name="KSO_WM_UNIT_COMPATIBLE" val="0"/>
  <p:tag name="KSO_WM_DIAGRAM_GROUP_CODE" val="q1-1"/>
  <p:tag name="KSO_WM_BEAUTIFY_FLAG" val="#wm#"/>
  <p:tag name="KSO_WM_UNIT_PRESET_TEXT" val="此部分内容作为文字排版占位显示 （建议使用主题字体）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55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a"/>
  <p:tag name="KSO_WM_UNIT_INDEX" val="1_3_1"/>
  <p:tag name="KSO_WM_UNIT_ID" val="diagram20186234_1*q_h_a*1_3_1"/>
  <p:tag name="KSO_WM_UNIT_LAYERLEVEL" val="1_1_1"/>
  <p:tag name="KSO_WM_UNIT_VALUE" val="6"/>
  <p:tag name="KSO_WM_UNIT_HIGHLIGHT" val="0"/>
  <p:tag name="KSO_WM_UNIT_COMPATIBLE" val="0"/>
  <p:tag name="KSO_WM_DIAGRAM_GROUP_CODE" val="q1-1"/>
  <p:tag name="KSO_WM_BEAUTIFY_FLAG" val="#wm#"/>
  <p:tag name="KSO_WM_UNIT_PRESET_TEXT" val="标题文本预设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7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56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f"/>
  <p:tag name="KSO_WM_UNIT_INDEX" val="1_1_1"/>
  <p:tag name="KSO_WM_UNIT_ID" val="diagram20186234_1*q_h_f*1_1_1"/>
  <p:tag name="KSO_WM_UNIT_LAYERLEVEL" val="1_1_1"/>
  <p:tag name="KSO_WM_UNIT_VALUE" val="45"/>
  <p:tag name="KSO_WM_UNIT_HIGHLIGHT" val="0"/>
  <p:tag name="KSO_WM_UNIT_COMPATIBLE" val="0"/>
  <p:tag name="KSO_WM_DIAGRAM_GROUP_CODE" val="q1-1"/>
  <p:tag name="KSO_WM_BEAUTIFY_FLAG" val="#wm#"/>
  <p:tag name="KSO_WM_UNIT_PRESET_TEXT" val="此部分内容作为文字排版占位显示 （建议使用主题字体）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57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a"/>
  <p:tag name="KSO_WM_UNIT_INDEX" val="1_1_1"/>
  <p:tag name="KSO_WM_UNIT_ID" val="diagram20186234_1*q_h_a*1_1_1"/>
  <p:tag name="KSO_WM_UNIT_LAYERLEVEL" val="1_1_1"/>
  <p:tag name="KSO_WM_UNIT_VALUE" val="6"/>
  <p:tag name="KSO_WM_UNIT_HIGHLIGHT" val="0"/>
  <p:tag name="KSO_WM_UNIT_COMPATIBLE" val="0"/>
  <p:tag name="KSO_WM_DIAGRAM_GROUP_CODE" val="q1-1"/>
  <p:tag name="KSO_WM_BEAUTIFY_FLAG" val="#wm#"/>
  <p:tag name="KSO_WM_UNIT_PRESET_TEXT" val="标题文本预设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5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58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i"/>
  <p:tag name="KSO_WM_UNIT_INDEX" val="1_1_1"/>
  <p:tag name="KSO_WM_UNIT_ID" val="diagram20186234_1*q_h_i*1_1_1"/>
  <p:tag name="KSO_WM_UNIT_LAYERLEVEL" val="1_1_1"/>
  <p:tag name="KSO_WM_DIAGRAM_GROUP_CODE" val="q1-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59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i"/>
  <p:tag name="KSO_WM_UNIT_INDEX" val="1_4_1"/>
  <p:tag name="KSO_WM_UNIT_ID" val="diagram20186234_1*q_h_i*1_4_1"/>
  <p:tag name="KSO_WM_UNIT_LAYERLEVEL" val="1_1_1"/>
  <p:tag name="KSO_WM_DIAGRAM_GROUP_CODE" val="q1-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FILL_FORE_SCHEMECOLOR_INDEX" val="8"/>
  <p:tag name="KSO_WM_UNIT_FILL_TYPE" val="1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60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i"/>
  <p:tag name="KSO_WM_UNIT_INDEX" val="1_4_2"/>
  <p:tag name="KSO_WM_UNIT_ID" val="diagram20186234_1*q_h_i*1_4_2"/>
  <p:tag name="KSO_WM_UNIT_LAYERLEVEL" val="1_1_1"/>
  <p:tag name="KSO_WM_DIAGRAM_GROUP_CODE" val="q1-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61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f"/>
  <p:tag name="KSO_WM_UNIT_INDEX" val="1_4_1"/>
  <p:tag name="KSO_WM_UNIT_ID" val="diagram20186234_1*q_h_f*1_4_1"/>
  <p:tag name="KSO_WM_UNIT_LAYERLEVEL" val="1_1_1"/>
  <p:tag name="KSO_WM_UNIT_VALUE" val="45"/>
  <p:tag name="KSO_WM_UNIT_HIGHLIGHT" val="0"/>
  <p:tag name="KSO_WM_UNIT_COMPATIBLE" val="0"/>
  <p:tag name="KSO_WM_DIAGRAM_GROUP_CODE" val="q1-1"/>
  <p:tag name="KSO_WM_BEAUTIFY_FLAG" val="#wm#"/>
  <p:tag name="KSO_WM_UNIT_PRESET_TEXT" val="此部分内容作为文字排版占位显示 （建议使用主题字体）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62.xml><?xml version="1.0" encoding="utf-8"?>
<p:tagLst xmlns:p="http://schemas.openxmlformats.org/presentationml/2006/main">
  <p:tag name="KSO_WM_TAG_VERSION" val="1.0"/>
  <p:tag name="KSO_WM_TEMPLATE_CATEGORY" val="diagram"/>
  <p:tag name="KSO_WM_TEMPLATE_INDEX" val="20186234"/>
  <p:tag name="KSO_WM_UNIT_TYPE" val="q_h_a"/>
  <p:tag name="KSO_WM_UNIT_INDEX" val="1_4_1"/>
  <p:tag name="KSO_WM_UNIT_ID" val="diagram20186234_1*q_h_a*1_4_1"/>
  <p:tag name="KSO_WM_UNIT_LAYERLEVEL" val="1_1_1"/>
  <p:tag name="KSO_WM_UNIT_VALUE" val="6"/>
  <p:tag name="KSO_WM_UNIT_HIGHLIGHT" val="0"/>
  <p:tag name="KSO_WM_UNIT_COMPATIBLE" val="0"/>
  <p:tag name="KSO_WM_DIAGRAM_GROUP_CODE" val="q1-1"/>
  <p:tag name="KSO_WM_BEAUTIFY_FLAG" val="#wm#"/>
  <p:tag name="KSO_WM_UNIT_PRESET_TEXT" val="标题文本预设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8"/>
  <p:tag name="KSO_WM_UNIT_TEXT_FILL_TYPE" val="1"/>
  <p:tag name="KSO_WM_DIAGRAM_VIRTUALLY_FRAME" val="{&quot;height&quot;:322.643937007874,&quot;left&quot;:114.96141732283465,&quot;top&quot;:127.1575590551181,&quot;width&quot;:728.5422834645669}"/>
</p:tagLst>
</file>

<file path=ppt/tags/tag63.xml><?xml version="1.0" encoding="utf-8"?>
<p:tagLst xmlns:p="http://schemas.openxmlformats.org/presentationml/2006/main">
  <p:tag name="KSO_DOCER_RESOURCE_TRACE_INFO" val="{&quot;id&quot;:&quot;3641642&quot;,&quot;origin&quot;:0,&quot;type&quot;:&quot;icons&quot;,&quot;user&quot;:&quot;424825322&quot;}"/>
</p:tagLst>
</file>

<file path=ppt/tags/tag64.xml><?xml version="1.0" encoding="utf-8"?>
<p:tagLst xmlns:p="http://schemas.openxmlformats.org/presentationml/2006/main">
  <p:tag name="KSO_DOCER_RESOURCE_TRACE_INFO" val="{&quot;id&quot;:&quot;3505440&quot;,&quot;origin&quot;:0,&quot;type&quot;:&quot;icons&quot;,&quot;user&quot;:&quot;424825322&quot;}"/>
</p:tagLst>
</file>

<file path=ppt/tags/tag65.xml><?xml version="1.0" encoding="utf-8"?>
<p:tagLst xmlns:p="http://schemas.openxmlformats.org/presentationml/2006/main">
  <p:tag name="resource_record_key" val="{&quot;10&quot;:[3641642,350544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012145"/>
      </a:dk2>
      <a:lt2>
        <a:srgbClr val="F2F8FF"/>
      </a:lt2>
      <a:accent1>
        <a:srgbClr val="0D7DFA"/>
      </a:accent1>
      <a:accent2>
        <a:srgbClr val="009CDF"/>
      </a:accent2>
      <a:accent3>
        <a:srgbClr val="00AAB9"/>
      </a:accent3>
      <a:accent4>
        <a:srgbClr val="00B08E"/>
      </a:accent4>
      <a:accent5>
        <a:srgbClr val="00B065"/>
      </a:accent5>
      <a:accent6>
        <a:srgbClr val="70AD47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简约风蓝色波浪通用模板">
  <a:themeElements>
    <a:clrScheme name="简约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381F6"/>
      </a:accent1>
      <a:accent2>
        <a:srgbClr val="ECB200"/>
      </a:accent2>
      <a:accent3>
        <a:srgbClr val="9956FE"/>
      </a:accent3>
      <a:accent4>
        <a:srgbClr val="15C782"/>
      </a:accent4>
      <a:accent5>
        <a:srgbClr val="83C535"/>
      </a:accent5>
      <a:accent6>
        <a:srgbClr val="F84949"/>
      </a:accent6>
      <a:hlink>
        <a:srgbClr val="304FFE"/>
      </a:hlink>
      <a:folHlink>
        <a:srgbClr val="492067"/>
      </a:folHlink>
    </a:clrScheme>
    <a:fontScheme name="自定义 13">
      <a:majorFont>
        <a:latin typeface="Arial"/>
        <a:ea typeface="汉仪粗圆简"/>
        <a:cs typeface=""/>
      </a:majorFont>
      <a:minorFont>
        <a:latin typeface="Arial"/>
        <a:ea typeface="汉仪粗圆简"/>
        <a:cs typeface=""/>
      </a:minorFont>
    </a:fontScheme>
    <a:fmtScheme name="简约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5101</Words>
  <Application>WPS 演示</Application>
  <PresentationFormat>Converted Presentation</PresentationFormat>
  <Paragraphs>577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46" baseType="lpstr">
      <vt:lpstr>Arial</vt:lpstr>
      <vt:lpstr>宋体</vt:lpstr>
      <vt:lpstr>Wingdings</vt:lpstr>
      <vt:lpstr>Arial</vt:lpstr>
      <vt:lpstr>Wingdings</vt:lpstr>
      <vt:lpstr>微软雅黑</vt:lpstr>
      <vt:lpstr>Microsoft YaHei Bold</vt:lpstr>
      <vt:lpstr>FFont-Family</vt:lpstr>
      <vt:lpstr>Microsoft YaHei Regular</vt:lpstr>
      <vt:lpstr>字魂59号-创粗黑</vt:lpstr>
      <vt:lpstr>黑体</vt:lpstr>
      <vt:lpstr>Calibri</vt:lpstr>
      <vt:lpstr>Arial Unicode MS</vt:lpstr>
      <vt:lpstr>汉仪粗圆简</vt:lpstr>
      <vt:lpstr>苹方-简</vt:lpstr>
      <vt:lpstr>Noto Sans SC</vt:lpstr>
      <vt:lpstr>Wingdings</vt:lpstr>
      <vt:lpstr>Microsoft YaHei Bold</vt:lpstr>
      <vt:lpstr>+中文正文</vt:lpstr>
      <vt:lpstr>MiSans Normal</vt:lpstr>
      <vt:lpstr>WPS</vt:lpstr>
      <vt:lpstr>Office 主题​​</vt:lpstr>
      <vt:lpstr>简约风蓝色波浪通用模板</vt:lpstr>
      <vt:lpstr>深圳世纪祥云技术有限公司</vt:lpstr>
      <vt:lpstr>目录</vt:lpstr>
      <vt:lpstr>公司介绍</vt:lpstr>
      <vt:lpstr>公司介绍</vt:lpstr>
      <vt:lpstr>核心技术</vt:lpstr>
      <vt:lpstr>服务优势</vt:lpstr>
      <vt:lpstr>行业优势</vt:lpstr>
      <vt:lpstr>资质认证</vt:lpstr>
      <vt:lpstr>服务介绍</vt:lpstr>
      <vt:lpstr>服务全景</vt:lpstr>
      <vt:lpstr>核心产品-智能运维平台KoreOPS</vt:lpstr>
      <vt:lpstr>核心服务-AI全栈赋能服务，一站式企业AI落地解决方案</vt:lpstr>
      <vt:lpstr>核心服务-全程保驾护航，一站式企业信创综合解决方案</vt:lpstr>
      <vt:lpstr>核心服务-AI全栈赋能服务，一站式企业AI落地解决方案</vt:lpstr>
      <vt:lpstr>成功案例</vt:lpstr>
      <vt:lpstr>合作客户</vt:lpstr>
      <vt:lpstr>合作伙伴产品矩阵</vt:lpstr>
      <vt:lpstr>典型案例</vt:lpstr>
      <vt:lpstr>典型案例</vt:lpstr>
      <vt:lpstr>典型案例</vt:lpstr>
      <vt:lpstr>典型案例</vt:lpstr>
      <vt:lpstr>典型案例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深圳世纪祥云技术有限公司</dc:title>
  <dc:creator>Walnut Exporter</dc:creator>
  <cp:lastModifiedBy>时间入瓶</cp:lastModifiedBy>
  <cp:revision>14</cp:revision>
  <dcterms:created xsi:type="dcterms:W3CDTF">2026-09-28T10:08:00Z</dcterms:created>
  <dcterms:modified xsi:type="dcterms:W3CDTF">2026-10-25T14:28:30Z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FDAC2689FB70417FB482403F41AB4848_12</vt:lpwstr>
  </property>
</Properties>
</file>